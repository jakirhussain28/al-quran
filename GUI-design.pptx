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6" r:id="rId2"/>
    <p:sldId id="256" r:id="rId3"/>
    <p:sldId id="261" r:id="rId4"/>
    <p:sldId id="258" r:id="rId5"/>
    <p:sldId id="263" r:id="rId6"/>
    <p:sldId id="259" r:id="rId7"/>
    <p:sldId id="262" r:id="rId8"/>
    <p:sldId id="264" r:id="rId9"/>
    <p:sldId id="268" r:id="rId10"/>
    <p:sldId id="269" r:id="rId11"/>
    <p:sldId id="267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492"/>
    <a:srgbClr val="06B050"/>
    <a:srgbClr val="DD7B00"/>
    <a:srgbClr val="945200"/>
    <a:srgbClr val="FF9300"/>
    <a:srgbClr val="161618"/>
    <a:srgbClr val="1E1E20"/>
    <a:srgbClr val="242628"/>
    <a:srgbClr val="2A313D"/>
    <a:srgbClr val="1B28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18"/>
    <p:restoredTop sz="94716"/>
  </p:normalViewPr>
  <p:slideViewPr>
    <p:cSldViewPr snapToGrid="0">
      <p:cViewPr>
        <p:scale>
          <a:sx n="94" d="100"/>
          <a:sy n="94" d="100"/>
        </p:scale>
        <p:origin x="1176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05:37:11.094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5B8D3-BA8B-E36F-262B-F67DB701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DA4B54-0664-2995-AB02-96B9F945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64" y="794657"/>
            <a:ext cx="4889500" cy="487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075EDA-708D-03A4-72E6-5B3CE5EC5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07" y="794657"/>
            <a:ext cx="57277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4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514840" y="569332"/>
              <a:ext cx="2437920" cy="2338921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95760" y="550252"/>
                <a:ext cx="2475720" cy="237672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755156" y="3108252"/>
            <a:ext cx="2761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0970C-73D5-D246-F5F6-083C204B55F2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23E483A-F973-5982-C500-23724F29D790}"/>
                  </a:ext>
                </a:extLst>
              </p14:cNvPr>
              <p14:cNvContentPartPr/>
              <p14:nvPr/>
            </p14:nvContentPartPr>
            <p14:xfrm rot="20436018">
              <a:off x="810452" y="751590"/>
              <a:ext cx="2437920" cy="2338921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23E483A-F973-5982-C500-23724F29D79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rot="20436018">
                <a:off x="791372" y="732510"/>
                <a:ext cx="2475720" cy="2376721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5525998-2CD5-E17C-6939-4673E0549BA3}"/>
              </a:ext>
            </a:extLst>
          </p:cNvPr>
          <p:cNvSpPr txBox="1"/>
          <p:nvPr/>
        </p:nvSpPr>
        <p:spPr>
          <a:xfrm>
            <a:off x="395649" y="3472768"/>
            <a:ext cx="2525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Tap to list down chapters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70598" y="105019"/>
            <a:ext cx="4712873" cy="3302672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 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236938" y="69318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505108" y="92536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779428" y="76522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779428" y="103653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3721645" y="94214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505108" y="173551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779428" y="157537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779428" y="184668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3721645" y="175229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505108" y="254624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779428" y="238610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779428" y="265741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3721645" y="256302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5087523" y="102815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5153863" y="690976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5422033" y="92315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5696353" y="76302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5696353" y="103432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8638570" y="93994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5422033" y="173330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5696353" y="157317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5696353" y="184447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8638570" y="175009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5422033" y="25440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5696353" y="23839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5696353" y="26552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8638570" y="2560823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0A96C-7EF6-E3E9-9365-C14A9B4FEF52}"/>
              </a:ext>
            </a:extLst>
          </p:cNvPr>
          <p:cNvSpPr txBox="1"/>
          <p:nvPr/>
        </p:nvSpPr>
        <p:spPr>
          <a:xfrm>
            <a:off x="1969942" y="8518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BDAEC-CBBA-1222-BD24-DC017D07EA8B}"/>
              </a:ext>
            </a:extLst>
          </p:cNvPr>
          <p:cNvSpPr txBox="1"/>
          <p:nvPr/>
        </p:nvSpPr>
        <p:spPr>
          <a:xfrm>
            <a:off x="1990168" y="172994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1B0FC-951B-E213-1505-7CAA90E1F524}"/>
              </a:ext>
            </a:extLst>
          </p:cNvPr>
          <p:cNvSpPr txBox="1"/>
          <p:nvPr/>
        </p:nvSpPr>
        <p:spPr>
          <a:xfrm>
            <a:off x="1972964" y="24937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C0FB-6953-C968-FF05-5C7ECBB2F778}"/>
              </a:ext>
            </a:extLst>
          </p:cNvPr>
          <p:cNvSpPr txBox="1"/>
          <p:nvPr/>
        </p:nvSpPr>
        <p:spPr>
          <a:xfrm>
            <a:off x="7094847" y="904895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Opener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881DED-A719-5B33-488A-E6B42831E329}"/>
              </a:ext>
            </a:extLst>
          </p:cNvPr>
          <p:cNvSpPr/>
          <p:nvPr/>
        </p:nvSpPr>
        <p:spPr>
          <a:xfrm>
            <a:off x="6685951" y="3501046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7567B-FD1A-0E46-7F2B-7932128A33CF}"/>
              </a:ext>
            </a:extLst>
          </p:cNvPr>
          <p:cNvSpPr/>
          <p:nvPr/>
        </p:nvSpPr>
        <p:spPr>
          <a:xfrm>
            <a:off x="6752291" y="4089207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BB4C98-7ED5-B128-930A-22C1D5CFEDA4}"/>
              </a:ext>
            </a:extLst>
          </p:cNvPr>
          <p:cNvSpPr/>
          <p:nvPr/>
        </p:nvSpPr>
        <p:spPr>
          <a:xfrm>
            <a:off x="7020461" y="432139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A72E1-1428-598B-19F5-CA3A9F314567}"/>
              </a:ext>
            </a:extLst>
          </p:cNvPr>
          <p:cNvSpPr txBox="1"/>
          <p:nvPr/>
        </p:nvSpPr>
        <p:spPr>
          <a:xfrm>
            <a:off x="7294781" y="416125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394D35-7B00-DC2B-47EB-F6217E78FF4A}"/>
              </a:ext>
            </a:extLst>
          </p:cNvPr>
          <p:cNvSpPr txBox="1"/>
          <p:nvPr/>
        </p:nvSpPr>
        <p:spPr>
          <a:xfrm>
            <a:off x="7294781" y="443256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2D57A28-9355-AE2E-419C-42D1F6DCA509}"/>
              </a:ext>
            </a:extLst>
          </p:cNvPr>
          <p:cNvSpPr/>
          <p:nvPr/>
        </p:nvSpPr>
        <p:spPr>
          <a:xfrm>
            <a:off x="10236998" y="447475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0ED296-392F-AAAC-5CAD-C77C14975F70}"/>
              </a:ext>
            </a:extLst>
          </p:cNvPr>
          <p:cNvSpPr/>
          <p:nvPr/>
        </p:nvSpPr>
        <p:spPr>
          <a:xfrm>
            <a:off x="7020461" y="51315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7BEAF1-450C-95F7-206D-A1DB5CA134C2}"/>
              </a:ext>
            </a:extLst>
          </p:cNvPr>
          <p:cNvSpPr txBox="1"/>
          <p:nvPr/>
        </p:nvSpPr>
        <p:spPr>
          <a:xfrm>
            <a:off x="7294781" y="49714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1AD61-0E0B-27C8-4917-109A4A3518CE}"/>
              </a:ext>
            </a:extLst>
          </p:cNvPr>
          <p:cNvSpPr txBox="1"/>
          <p:nvPr/>
        </p:nvSpPr>
        <p:spPr>
          <a:xfrm>
            <a:off x="7294781" y="52427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C1C006-9085-12CE-40DF-B03A92FC7AF0}"/>
              </a:ext>
            </a:extLst>
          </p:cNvPr>
          <p:cNvSpPr/>
          <p:nvPr/>
        </p:nvSpPr>
        <p:spPr>
          <a:xfrm>
            <a:off x="10236998" y="5262839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B06F6E-C0D5-B722-7345-02347D1A75DA}"/>
              </a:ext>
            </a:extLst>
          </p:cNvPr>
          <p:cNvSpPr/>
          <p:nvPr/>
        </p:nvSpPr>
        <p:spPr>
          <a:xfrm>
            <a:off x="7020461" y="594227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89979A-56BA-5449-85D3-76C7DEB0D526}"/>
              </a:ext>
            </a:extLst>
          </p:cNvPr>
          <p:cNvSpPr txBox="1"/>
          <p:nvPr/>
        </p:nvSpPr>
        <p:spPr>
          <a:xfrm>
            <a:off x="7294781" y="578213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CAEFF7-545C-367B-7F43-4AF0C848F662}"/>
              </a:ext>
            </a:extLst>
          </p:cNvPr>
          <p:cNvSpPr txBox="1"/>
          <p:nvPr/>
        </p:nvSpPr>
        <p:spPr>
          <a:xfrm>
            <a:off x="7294781" y="605344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70E6876E-9541-5220-AD36-FAF3D953B0F9}"/>
              </a:ext>
            </a:extLst>
          </p:cNvPr>
          <p:cNvSpPr/>
          <p:nvPr/>
        </p:nvSpPr>
        <p:spPr>
          <a:xfrm>
            <a:off x="10236998" y="595905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A39B43-E823-C288-CA9D-CD7100604BF8}"/>
              </a:ext>
            </a:extLst>
          </p:cNvPr>
          <p:cNvSpPr txBox="1"/>
          <p:nvPr/>
        </p:nvSpPr>
        <p:spPr>
          <a:xfrm>
            <a:off x="10027995" y="4136724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</a:t>
            </a:r>
            <a:r>
              <a:rPr lang="en-US" sz="1600" dirty="0">
                <a:solidFill>
                  <a:srgbClr val="00B050"/>
                </a:solidFill>
              </a:rPr>
              <a:t> Opener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6D5E6A-C5F4-4D6B-1B0A-B43262E655D6}"/>
              </a:ext>
            </a:extLst>
          </p:cNvPr>
          <p:cNvSpPr txBox="1"/>
          <p:nvPr/>
        </p:nvSpPr>
        <p:spPr>
          <a:xfrm>
            <a:off x="7094846" y="1685803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6B955A-66A8-AA8F-7568-4379DEC12643}"/>
              </a:ext>
            </a:extLst>
          </p:cNvPr>
          <p:cNvSpPr txBox="1"/>
          <p:nvPr/>
        </p:nvSpPr>
        <p:spPr>
          <a:xfrm>
            <a:off x="9971905" y="4940822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896483-2792-A389-9710-554BEA122FEB}"/>
              </a:ext>
            </a:extLst>
          </p:cNvPr>
          <p:cNvSpPr txBox="1"/>
          <p:nvPr/>
        </p:nvSpPr>
        <p:spPr>
          <a:xfrm>
            <a:off x="7912250" y="3580864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DA05BC-AD0E-4146-69CA-21528422B743}"/>
              </a:ext>
            </a:extLst>
          </p:cNvPr>
          <p:cNvSpPr txBox="1"/>
          <p:nvPr/>
        </p:nvSpPr>
        <p:spPr>
          <a:xfrm>
            <a:off x="5954947" y="173225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 View</a:t>
            </a: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2A2D7C-593B-1DBB-753B-8B2E75484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54782F3-2B5D-5604-9F50-F3EB24B1DA19}"/>
              </a:ext>
            </a:extLst>
          </p:cNvPr>
          <p:cNvSpPr/>
          <p:nvPr/>
        </p:nvSpPr>
        <p:spPr>
          <a:xfrm>
            <a:off x="471512" y="1847834"/>
            <a:ext cx="11248976" cy="2529840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220F41-451E-EBE6-A674-8CB2CDB84CD8}"/>
              </a:ext>
            </a:extLst>
          </p:cNvPr>
          <p:cNvSpPr/>
          <p:nvPr/>
        </p:nvSpPr>
        <p:spPr>
          <a:xfrm>
            <a:off x="525918" y="1947999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CF7EB1-2AA3-D0DC-E686-4D45D5BC8273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DD7F0-DE10-1C83-1BF2-A2AF3256EFC3}"/>
              </a:ext>
            </a:extLst>
          </p:cNvPr>
          <p:cNvSpPr txBox="1"/>
          <p:nvPr/>
        </p:nvSpPr>
        <p:spPr>
          <a:xfrm>
            <a:off x="563216" y="1912757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C2116-2EBF-0EC8-E14B-01932A205910}"/>
              </a:ext>
            </a:extLst>
          </p:cNvPr>
          <p:cNvCxnSpPr>
            <a:cxnSpLocks/>
          </p:cNvCxnSpPr>
          <p:nvPr/>
        </p:nvCxnSpPr>
        <p:spPr>
          <a:xfrm flipH="1">
            <a:off x="1101145" y="2005510"/>
            <a:ext cx="34424" cy="2253742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AD02D14-57CD-6798-D8FD-A4CB7D446074}"/>
              </a:ext>
            </a:extLst>
          </p:cNvPr>
          <p:cNvSpPr txBox="1"/>
          <p:nvPr/>
        </p:nvSpPr>
        <p:spPr>
          <a:xfrm>
            <a:off x="7227736" y="2005510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CDB1FD-5744-F8E7-32EB-1360E182E393}"/>
              </a:ext>
            </a:extLst>
          </p:cNvPr>
          <p:cNvSpPr>
            <a:spLocks noChangeAspect="1"/>
          </p:cNvSpPr>
          <p:nvPr/>
        </p:nvSpPr>
        <p:spPr>
          <a:xfrm>
            <a:off x="6764440" y="2236214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576868-63E8-668C-7599-C8EFF7474A8F}"/>
              </a:ext>
            </a:extLst>
          </p:cNvPr>
          <p:cNvSpPr txBox="1"/>
          <p:nvPr/>
        </p:nvSpPr>
        <p:spPr>
          <a:xfrm>
            <a:off x="1311763" y="3428255"/>
            <a:ext cx="67409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33653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95194-4849-2F82-D2C5-86751171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A437A0-7BE6-9D77-2FFD-BADFE934E594}"/>
              </a:ext>
            </a:extLst>
          </p:cNvPr>
          <p:cNvSpPr/>
          <p:nvPr/>
        </p:nvSpPr>
        <p:spPr>
          <a:xfrm>
            <a:off x="3054516" y="1802736"/>
            <a:ext cx="5592073" cy="3116506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E97EBD0-8E0B-B89A-E156-55BA5454C6DF}"/>
              </a:ext>
            </a:extLst>
          </p:cNvPr>
          <p:cNvSpPr/>
          <p:nvPr/>
        </p:nvSpPr>
        <p:spPr>
          <a:xfrm>
            <a:off x="3207842" y="1885436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78CA1F-76F2-CEAC-BCBB-15F35BD023AF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Mobile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43467-8EDF-24B4-2977-12C499AE93F7}"/>
              </a:ext>
            </a:extLst>
          </p:cNvPr>
          <p:cNvSpPr txBox="1"/>
          <p:nvPr/>
        </p:nvSpPr>
        <p:spPr>
          <a:xfrm>
            <a:off x="3245140" y="1850194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7EF6E0-2A16-DEFE-D39B-DF5397DB746F}"/>
              </a:ext>
            </a:extLst>
          </p:cNvPr>
          <p:cNvCxnSpPr>
            <a:cxnSpLocks/>
          </p:cNvCxnSpPr>
          <p:nvPr/>
        </p:nvCxnSpPr>
        <p:spPr>
          <a:xfrm flipH="1">
            <a:off x="3840521" y="1251243"/>
            <a:ext cx="5210824" cy="0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EA16CEF-6A4B-6404-F54F-CC027D889FFF}"/>
              </a:ext>
            </a:extLst>
          </p:cNvPr>
          <p:cNvSpPr txBox="1"/>
          <p:nvPr/>
        </p:nvSpPr>
        <p:spPr>
          <a:xfrm>
            <a:off x="4245278" y="2460543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DEEEBA-A88B-BE5E-8B35-934D50F38614}"/>
              </a:ext>
            </a:extLst>
          </p:cNvPr>
          <p:cNvSpPr>
            <a:spLocks noChangeAspect="1"/>
          </p:cNvSpPr>
          <p:nvPr/>
        </p:nvSpPr>
        <p:spPr>
          <a:xfrm>
            <a:off x="3781982" y="2691247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D51340-BF2F-7BB3-19BA-E06EE534355A}"/>
              </a:ext>
            </a:extLst>
          </p:cNvPr>
          <p:cNvSpPr txBox="1"/>
          <p:nvPr/>
        </p:nvSpPr>
        <p:spPr>
          <a:xfrm>
            <a:off x="3192272" y="3812811"/>
            <a:ext cx="55920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32211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444445-BA1B-1C8B-372F-46F7476D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6A38B4-FA3A-A626-4394-78E6D66CA7B8}"/>
              </a:ext>
            </a:extLst>
          </p:cNvPr>
          <p:cNvSpPr/>
          <p:nvPr/>
        </p:nvSpPr>
        <p:spPr>
          <a:xfrm>
            <a:off x="1383127" y="1126458"/>
            <a:ext cx="4712873" cy="3863477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C2F8F52-2894-D77E-9802-4F560B2E7934}"/>
              </a:ext>
            </a:extLst>
          </p:cNvPr>
          <p:cNvSpPr/>
          <p:nvPr/>
        </p:nvSpPr>
        <p:spPr>
          <a:xfrm>
            <a:off x="1449467" y="171462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E6655-F7E6-77F6-16C9-0D93FDDA1978}"/>
              </a:ext>
            </a:extLst>
          </p:cNvPr>
          <p:cNvSpPr txBox="1"/>
          <p:nvPr/>
        </p:nvSpPr>
        <p:spPr>
          <a:xfrm>
            <a:off x="1822240" y="1907163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Night Sky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3FDDB-463F-3068-2A09-F183FE20D6A5}"/>
              </a:ext>
            </a:extLst>
          </p:cNvPr>
          <p:cNvSpPr txBox="1"/>
          <p:nvPr/>
        </p:nvSpPr>
        <p:spPr>
          <a:xfrm>
            <a:off x="4256996" y="189788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Heaven Light</a:t>
            </a:r>
            <a:endParaRPr lang="en-U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3E4007D-F38B-86C1-17C8-701213B66295}"/>
              </a:ext>
            </a:extLst>
          </p:cNvPr>
          <p:cNvGrpSpPr/>
          <p:nvPr/>
        </p:nvGrpSpPr>
        <p:grpSpPr>
          <a:xfrm>
            <a:off x="2971909" y="1926335"/>
            <a:ext cx="1198023" cy="369332"/>
            <a:chOff x="1759380" y="904895"/>
            <a:chExt cx="1198023" cy="36933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C9AAA09-CDFA-1FE0-3D0E-9004C774DF31}"/>
                </a:ext>
              </a:extLst>
            </p:cNvPr>
            <p:cNvSpPr/>
            <p:nvPr/>
          </p:nvSpPr>
          <p:spPr>
            <a:xfrm>
              <a:off x="1759380" y="904895"/>
              <a:ext cx="1198023" cy="36933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BB064F4-9A08-457A-EBB3-4878350AEDDE}"/>
                </a:ext>
              </a:extLst>
            </p:cNvPr>
            <p:cNvSpPr/>
            <p:nvPr/>
          </p:nvSpPr>
          <p:spPr>
            <a:xfrm>
              <a:off x="2317106" y="941936"/>
              <a:ext cx="564594" cy="298848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0BBD0C7-ABD0-A68F-9FA6-424A3496AB27}"/>
              </a:ext>
            </a:extLst>
          </p:cNvPr>
          <p:cNvSpPr/>
          <p:nvPr/>
        </p:nvSpPr>
        <p:spPr>
          <a:xfrm>
            <a:off x="1449467" y="2529815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BF0A6CC-7A0C-F1CE-3760-66D46A927387}"/>
              </a:ext>
            </a:extLst>
          </p:cNvPr>
          <p:cNvSpPr/>
          <p:nvPr/>
        </p:nvSpPr>
        <p:spPr>
          <a:xfrm>
            <a:off x="4490594" y="2722358"/>
            <a:ext cx="1198023" cy="369332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C3BE8B-5FC8-EF28-87F8-EF47C12CC7D1}"/>
              </a:ext>
            </a:extLst>
          </p:cNvPr>
          <p:cNvSpPr txBox="1"/>
          <p:nvPr/>
        </p:nvSpPr>
        <p:spPr>
          <a:xfrm>
            <a:off x="1822241" y="2722358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Toggle Translation</a:t>
            </a:r>
            <a:endParaRPr lang="en-US" dirty="0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F17CECE-F312-0C9E-DE8E-4714DAC810B4}"/>
              </a:ext>
            </a:extLst>
          </p:cNvPr>
          <p:cNvSpPr/>
          <p:nvPr/>
        </p:nvSpPr>
        <p:spPr>
          <a:xfrm>
            <a:off x="4529473" y="2757600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Off</a:t>
            </a:r>
            <a:endParaRPr lang="en-US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A654380-8FE2-74AC-5F3E-C7DB1BE1DDED}"/>
              </a:ext>
            </a:extLst>
          </p:cNvPr>
          <p:cNvSpPr/>
          <p:nvPr/>
        </p:nvSpPr>
        <p:spPr>
          <a:xfrm>
            <a:off x="5048320" y="2759399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</a:t>
            </a:r>
            <a:endParaRPr lang="en-US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0CF298D0-F938-3EDD-DDA3-25A337E30A43}"/>
              </a:ext>
            </a:extLst>
          </p:cNvPr>
          <p:cNvSpPr/>
          <p:nvPr/>
        </p:nvSpPr>
        <p:spPr>
          <a:xfrm>
            <a:off x="1449467" y="3365078"/>
            <a:ext cx="4572000" cy="1201532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6228828-11D4-4CA3-7ADA-037FA80B3469}"/>
              </a:ext>
            </a:extLst>
          </p:cNvPr>
          <p:cNvSpPr/>
          <p:nvPr/>
        </p:nvSpPr>
        <p:spPr>
          <a:xfrm>
            <a:off x="1964246" y="3949828"/>
            <a:ext cx="3213347" cy="20970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211028-A4D3-DA84-8949-4A1BE98CC2DF}"/>
              </a:ext>
            </a:extLst>
          </p:cNvPr>
          <p:cNvSpPr txBox="1"/>
          <p:nvPr/>
        </p:nvSpPr>
        <p:spPr>
          <a:xfrm>
            <a:off x="1699808" y="3448160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Font Size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C1C612-93F4-FD06-0B32-6124B2EC0B8C}"/>
              </a:ext>
            </a:extLst>
          </p:cNvPr>
          <p:cNvSpPr txBox="1"/>
          <p:nvPr/>
        </p:nvSpPr>
        <p:spPr>
          <a:xfrm>
            <a:off x="1685039" y="3895862"/>
            <a:ext cx="629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1D9D29-AB82-1AB6-8CD8-A7CEBCD78121}"/>
              </a:ext>
            </a:extLst>
          </p:cNvPr>
          <p:cNvSpPr txBox="1"/>
          <p:nvPr/>
        </p:nvSpPr>
        <p:spPr>
          <a:xfrm>
            <a:off x="5134622" y="3814135"/>
            <a:ext cx="629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C9D21D3-789D-0ABD-9257-096944AF24FD}"/>
              </a:ext>
            </a:extLst>
          </p:cNvPr>
          <p:cNvSpPr/>
          <p:nvPr/>
        </p:nvSpPr>
        <p:spPr>
          <a:xfrm>
            <a:off x="1997682" y="3965844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BAC29F7-C076-9595-9AE8-9CF5977FFBB6}"/>
              </a:ext>
            </a:extLst>
          </p:cNvPr>
          <p:cNvSpPr/>
          <p:nvPr/>
        </p:nvSpPr>
        <p:spPr>
          <a:xfrm>
            <a:off x="4968649" y="3969212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4F0019F-0B48-8D04-133A-69CA59F8B0D4}"/>
              </a:ext>
            </a:extLst>
          </p:cNvPr>
          <p:cNvSpPr/>
          <p:nvPr/>
        </p:nvSpPr>
        <p:spPr>
          <a:xfrm>
            <a:off x="3479479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B633A8-E545-71EC-23C8-414A3A2EA0BE}"/>
              </a:ext>
            </a:extLst>
          </p:cNvPr>
          <p:cNvSpPr/>
          <p:nvPr/>
        </p:nvSpPr>
        <p:spPr>
          <a:xfrm>
            <a:off x="2683047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4E80124-0584-1005-1F27-6874BB59EB55}"/>
              </a:ext>
            </a:extLst>
          </p:cNvPr>
          <p:cNvSpPr/>
          <p:nvPr/>
        </p:nvSpPr>
        <p:spPr>
          <a:xfrm>
            <a:off x="4271189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E1EE28F-0FD9-435A-7A61-3355C3AF5D71}"/>
              </a:ext>
            </a:extLst>
          </p:cNvPr>
          <p:cNvSpPr>
            <a:spLocks noChangeAspect="1"/>
          </p:cNvSpPr>
          <p:nvPr/>
        </p:nvSpPr>
        <p:spPr>
          <a:xfrm>
            <a:off x="3424597" y="3928594"/>
            <a:ext cx="301752" cy="246812"/>
          </a:xfrm>
          <a:prstGeom prst="roundRect">
            <a:avLst>
              <a:gd name="adj" fmla="val 47093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6" name="Graphic 75" descr="Single gear with solid fill">
            <a:extLst>
              <a:ext uri="{FF2B5EF4-FFF2-40B4-BE49-F238E27FC236}">
                <a16:creationId xmlns:a16="http://schemas.microsoft.com/office/drawing/2014/main" id="{203CC575-F03B-CF22-B84C-EC80A123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909" y="1173083"/>
            <a:ext cx="3837214" cy="3837214"/>
          </a:xfrm>
          <a:prstGeom prst="rect">
            <a:avLst/>
          </a:prstGeom>
        </p:spPr>
      </p:pic>
      <p:pic>
        <p:nvPicPr>
          <p:cNvPr id="78" name="Graphic 77" descr="Single gear with solid fill">
            <a:extLst>
              <a:ext uri="{FF2B5EF4-FFF2-40B4-BE49-F238E27FC236}">
                <a16:creationId xmlns:a16="http://schemas.microsoft.com/office/drawing/2014/main" id="{3E09FD0F-29A3-E1A1-720B-A2A87F0E7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8463" y="1151192"/>
            <a:ext cx="529985" cy="52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01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0B2AF5-9D59-7322-1D01-C62A789C7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3F3AD2-AF08-C75D-737A-6A6043501403}"/>
              </a:ext>
            </a:extLst>
          </p:cNvPr>
          <p:cNvSpPr/>
          <p:nvPr/>
        </p:nvSpPr>
        <p:spPr>
          <a:xfrm>
            <a:off x="632799" y="218421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9D99D9D-2816-1F91-96B4-A1D643B46091}"/>
              </a:ext>
            </a:extLst>
          </p:cNvPr>
          <p:cNvSpPr/>
          <p:nvPr/>
        </p:nvSpPr>
        <p:spPr>
          <a:xfrm>
            <a:off x="1221992" y="225884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13EEE724-04BF-DE96-3FCC-829FD2DA5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3025" y="230456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D5D913-FDE4-75AF-BFD2-006EEC50A548}"/>
              </a:ext>
            </a:extLst>
          </p:cNvPr>
          <p:cNvSpPr txBox="1"/>
          <p:nvPr/>
        </p:nvSpPr>
        <p:spPr>
          <a:xfrm>
            <a:off x="1221991" y="231158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336D8B-E201-0D63-7D99-68ACC80D1A1E}"/>
              </a:ext>
            </a:extLst>
          </p:cNvPr>
          <p:cNvSpPr/>
          <p:nvPr/>
        </p:nvSpPr>
        <p:spPr>
          <a:xfrm>
            <a:off x="3620567" y="230456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6AEC66-ABAA-0451-7761-5AE2403935A2}"/>
              </a:ext>
            </a:extLst>
          </p:cNvPr>
          <p:cNvSpPr txBox="1"/>
          <p:nvPr/>
        </p:nvSpPr>
        <p:spPr>
          <a:xfrm>
            <a:off x="2289265" y="230456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13CF43-7FA8-D767-9B51-8F99CEDDBA12}"/>
              </a:ext>
            </a:extLst>
          </p:cNvPr>
          <p:cNvSpPr txBox="1"/>
          <p:nvPr/>
        </p:nvSpPr>
        <p:spPr>
          <a:xfrm>
            <a:off x="4038603" y="5796171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Stop Button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500F2AA-A4E9-58CA-69E4-EDCFACAAE51F}"/>
              </a:ext>
            </a:extLst>
          </p:cNvPr>
          <p:cNvGrpSpPr/>
          <p:nvPr/>
        </p:nvGrpSpPr>
        <p:grpSpPr>
          <a:xfrm>
            <a:off x="697627" y="2311667"/>
            <a:ext cx="365760" cy="365760"/>
            <a:chOff x="3954907" y="3038497"/>
            <a:chExt cx="365760" cy="36576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A387C90-82BE-3680-590B-EF89F76809B0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2C43FB4F-F0DC-E128-091C-C8E0806D0C8E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2EF456-B5EB-3136-D9D8-4A5EA4B55E61}"/>
              </a:ext>
            </a:extLst>
          </p:cNvPr>
          <p:cNvGrpSpPr/>
          <p:nvPr/>
        </p:nvGrpSpPr>
        <p:grpSpPr>
          <a:xfrm>
            <a:off x="0" y="1245111"/>
            <a:ext cx="12192001" cy="609600"/>
            <a:chOff x="-1" y="1"/>
            <a:chExt cx="12192001" cy="609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F738CD8-CE6A-51CA-26E4-56CC33B056EF}"/>
                </a:ext>
              </a:extLst>
            </p:cNvPr>
            <p:cNvSpPr/>
            <p:nvPr/>
          </p:nvSpPr>
          <p:spPr>
            <a:xfrm>
              <a:off x="-1" y="1"/>
              <a:ext cx="12192001" cy="6096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A020FF-52B8-7A51-2240-CB325B03DF0A}"/>
                </a:ext>
              </a:extLst>
            </p:cNvPr>
            <p:cNvSpPr txBox="1"/>
            <p:nvPr/>
          </p:nvSpPr>
          <p:spPr>
            <a:xfrm>
              <a:off x="552269" y="115668"/>
              <a:ext cx="1439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  <a:latin typeface="JetBrains Mono" panose="02000009000000000000" pitchFamily="49" charset="0"/>
                  <a:ea typeface="JetBrains Mono" panose="02000009000000000000" pitchFamily="49" charset="0"/>
                  <a:cs typeface="JetBrains Mono" panose="02000009000000000000" pitchFamily="49" charset="0"/>
                </a:rPr>
                <a:t>Al-Qur’an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7F77812F-8966-41A8-C8DA-62985474FAA8}"/>
                </a:ext>
              </a:extLst>
            </p:cNvPr>
            <p:cNvSpPr/>
            <p:nvPr/>
          </p:nvSpPr>
          <p:spPr>
            <a:xfrm>
              <a:off x="2612572" y="60070"/>
              <a:ext cx="6966856" cy="489467"/>
            </a:xfrm>
            <a:prstGeom prst="roundRect">
              <a:avLst>
                <a:gd name="adj" fmla="val 50000"/>
              </a:avLst>
            </a:prstGeom>
            <a:solidFill>
              <a:srgbClr val="16161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0EA380-1147-54F2-4633-B5961AAE35DD}"/>
                </a:ext>
              </a:extLst>
            </p:cNvPr>
            <p:cNvSpPr txBox="1"/>
            <p:nvPr/>
          </p:nvSpPr>
          <p:spPr>
            <a:xfrm>
              <a:off x="2862944" y="115669"/>
              <a:ext cx="13900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85000"/>
                    </a:schemeClr>
                  </a:solidFill>
                  <a:latin typeface="ui-sans-serif"/>
                </a:rPr>
                <a:t>Al-Fatihah</a:t>
              </a:r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0F47A542-6D90-A63D-6114-A66BA01C283D}"/>
                </a:ext>
              </a:extLst>
            </p:cNvPr>
            <p:cNvSpPr/>
            <p:nvPr/>
          </p:nvSpPr>
          <p:spPr>
            <a:xfrm>
              <a:off x="8414658" y="118849"/>
              <a:ext cx="1088573" cy="3657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ui-sans-serif"/>
                </a:rPr>
                <a:t>7 Verses</a:t>
              </a:r>
              <a:endPara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B31962B-3699-5023-FB21-CEF8B4F34775}"/>
                </a:ext>
              </a:extLst>
            </p:cNvPr>
            <p:cNvSpPr txBox="1"/>
            <p:nvPr/>
          </p:nvSpPr>
          <p:spPr>
            <a:xfrm>
              <a:off x="5540828" y="115671"/>
              <a:ext cx="816429" cy="461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ar-AE" sz="2401" dirty="0">
                  <a:solidFill>
                    <a:schemeClr val="accent6">
                      <a:lumMod val="75000"/>
                    </a:schemeClr>
                  </a:solidFill>
                  <a:latin typeface="Amiri"/>
                </a:rPr>
                <a:t>الفاتحة</a:t>
              </a:r>
              <a:endParaRPr lang="en-US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pic>
          <p:nvPicPr>
            <p:cNvPr id="23" name="Graphic 22" descr="Single gear with solid fill">
              <a:extLst>
                <a:ext uri="{FF2B5EF4-FFF2-40B4-BE49-F238E27FC236}">
                  <a16:creationId xmlns:a16="http://schemas.microsoft.com/office/drawing/2014/main" id="{FBFA136D-5314-CD83-10E8-0122C178A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36828" y="54037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ECB35492-430E-1BD7-5C48-1D2854E4A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972" y="73720"/>
              <a:ext cx="454297" cy="454297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37FB98-CE41-F950-5DAA-2B0A01A3DA99}"/>
              </a:ext>
            </a:extLst>
          </p:cNvPr>
          <p:cNvGrpSpPr/>
          <p:nvPr/>
        </p:nvGrpSpPr>
        <p:grpSpPr>
          <a:xfrm>
            <a:off x="2182339" y="1356357"/>
            <a:ext cx="365760" cy="365760"/>
            <a:chOff x="3954907" y="3038497"/>
            <a:chExt cx="365760" cy="36576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E9788FBE-B4D5-37EF-B437-8DC72E05F125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E9888C9E-EFBE-084C-8053-E8D838DFC1EA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0854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15975B-54E9-D7BF-AEE8-8A3D3728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1F78C381-00E3-8A88-5A20-335A65841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3025" y="2304566"/>
            <a:ext cx="365760" cy="36576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99667151-B90C-ED99-3783-16CF3EAA6DC3}"/>
              </a:ext>
            </a:extLst>
          </p:cNvPr>
          <p:cNvGrpSpPr/>
          <p:nvPr/>
        </p:nvGrpSpPr>
        <p:grpSpPr>
          <a:xfrm>
            <a:off x="697627" y="2311667"/>
            <a:ext cx="365760" cy="365760"/>
            <a:chOff x="3954907" y="3038497"/>
            <a:chExt cx="365760" cy="36576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E0D8A649-F7D9-FD4B-A73F-DEA60F4EFADD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555221E-5D4D-C86C-DA71-6DC7D12DC402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F9CF2D6-7AC0-0BE7-303C-A67BFEAD3AF4}"/>
              </a:ext>
            </a:extLst>
          </p:cNvPr>
          <p:cNvSpPr/>
          <p:nvPr/>
        </p:nvSpPr>
        <p:spPr>
          <a:xfrm>
            <a:off x="632799" y="218421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35793F-3438-1398-FA37-3AC6091CBE3C}"/>
              </a:ext>
            </a:extLst>
          </p:cNvPr>
          <p:cNvSpPr/>
          <p:nvPr/>
        </p:nvSpPr>
        <p:spPr>
          <a:xfrm>
            <a:off x="697627" y="2256310"/>
            <a:ext cx="3921158" cy="2772890"/>
          </a:xfrm>
          <a:prstGeom prst="roundRect">
            <a:avLst>
              <a:gd name="adj" fmla="val 9671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34877F-A6EF-7151-2118-50F9EBABCAB5}"/>
              </a:ext>
            </a:extLst>
          </p:cNvPr>
          <p:cNvSpPr/>
          <p:nvPr/>
        </p:nvSpPr>
        <p:spPr>
          <a:xfrm>
            <a:off x="1221992" y="225884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44A43F-6F89-725D-E753-FDA99CDF1BE8}"/>
              </a:ext>
            </a:extLst>
          </p:cNvPr>
          <p:cNvSpPr txBox="1"/>
          <p:nvPr/>
        </p:nvSpPr>
        <p:spPr>
          <a:xfrm>
            <a:off x="799963" y="231158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8A44BFC-AE4B-E52E-C56E-D9E892F7CC63}"/>
              </a:ext>
            </a:extLst>
          </p:cNvPr>
          <p:cNvSpPr/>
          <p:nvPr/>
        </p:nvSpPr>
        <p:spPr>
          <a:xfrm>
            <a:off x="4042595" y="230456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ECD6E-9792-6B6B-968E-43385447CFCE}"/>
              </a:ext>
            </a:extLst>
          </p:cNvPr>
          <p:cNvSpPr txBox="1"/>
          <p:nvPr/>
        </p:nvSpPr>
        <p:spPr>
          <a:xfrm>
            <a:off x="3121599" y="230456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3FE9C-FC27-9000-1111-C1A98E51C500}"/>
              </a:ext>
            </a:extLst>
          </p:cNvPr>
          <p:cNvSpPr txBox="1"/>
          <p:nvPr/>
        </p:nvSpPr>
        <p:spPr>
          <a:xfrm>
            <a:off x="4038603" y="5796171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Dropdown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3C3506-4ED7-F84B-13BD-26A8F4DFE27C}"/>
              </a:ext>
            </a:extLst>
          </p:cNvPr>
          <p:cNvSpPr/>
          <p:nvPr/>
        </p:nvSpPr>
        <p:spPr>
          <a:xfrm>
            <a:off x="0" y="124511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667BDA-EB81-6176-68C2-E864A7E3E7AE}"/>
              </a:ext>
            </a:extLst>
          </p:cNvPr>
          <p:cNvSpPr txBox="1"/>
          <p:nvPr/>
        </p:nvSpPr>
        <p:spPr>
          <a:xfrm>
            <a:off x="552270" y="136077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1103ECE-69EC-5215-A493-CE1DE5AD1AA1}"/>
              </a:ext>
            </a:extLst>
          </p:cNvPr>
          <p:cNvSpPr/>
          <p:nvPr/>
        </p:nvSpPr>
        <p:spPr>
          <a:xfrm>
            <a:off x="2612573" y="130518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D30D38-1053-66A8-DF9F-3FA6E02EC038}"/>
              </a:ext>
            </a:extLst>
          </p:cNvPr>
          <p:cNvSpPr txBox="1"/>
          <p:nvPr/>
        </p:nvSpPr>
        <p:spPr>
          <a:xfrm>
            <a:off x="2862945" y="136077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003657-5BD6-2172-4E7E-65E4253B9D28}"/>
              </a:ext>
            </a:extLst>
          </p:cNvPr>
          <p:cNvSpPr txBox="1"/>
          <p:nvPr/>
        </p:nvSpPr>
        <p:spPr>
          <a:xfrm>
            <a:off x="5540829" y="136078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23" name="Graphic 22" descr="Single gear with solid fill">
            <a:extLst>
              <a:ext uri="{FF2B5EF4-FFF2-40B4-BE49-F238E27FC236}">
                <a16:creationId xmlns:a16="http://schemas.microsoft.com/office/drawing/2014/main" id="{4472DAB3-360F-EDFA-52EC-6FD582A3B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9" y="1299147"/>
            <a:ext cx="457200" cy="4572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55A1F81E-DCF6-805E-E40F-D5747D7C35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3" y="1318830"/>
            <a:ext cx="454297" cy="454297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6A4D3EB-FDDC-0B35-CC50-79C8F568AE68}"/>
              </a:ext>
            </a:extLst>
          </p:cNvPr>
          <p:cNvGrpSpPr/>
          <p:nvPr/>
        </p:nvGrpSpPr>
        <p:grpSpPr>
          <a:xfrm>
            <a:off x="2182339" y="1356357"/>
            <a:ext cx="365760" cy="365760"/>
            <a:chOff x="3954907" y="3038497"/>
            <a:chExt cx="365760" cy="36576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59540FF2-D55D-02A4-4364-0F6A3F76340E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9D77A526-662D-807A-08DC-2E62C2A2EE8D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D1EA1C0-09D1-F790-0909-2DD07D5057E8}"/>
              </a:ext>
            </a:extLst>
          </p:cNvPr>
          <p:cNvSpPr/>
          <p:nvPr/>
        </p:nvSpPr>
        <p:spPr>
          <a:xfrm>
            <a:off x="9091607" y="1381931"/>
            <a:ext cx="387813" cy="2408111"/>
          </a:xfrm>
          <a:prstGeom prst="roundRect">
            <a:avLst>
              <a:gd name="adj" fmla="val 4013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7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8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9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A560D85-3DFC-C477-01DE-EABE2160DBE5}"/>
              </a:ext>
            </a:extLst>
          </p:cNvPr>
          <p:cNvSpPr/>
          <p:nvPr/>
        </p:nvSpPr>
        <p:spPr>
          <a:xfrm>
            <a:off x="910143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1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EA1CED-7FE3-0D65-1B3A-A9CF9ACC4FD6}"/>
              </a:ext>
            </a:extLst>
          </p:cNvPr>
          <p:cNvSpPr/>
          <p:nvPr/>
        </p:nvSpPr>
        <p:spPr>
          <a:xfrm>
            <a:off x="1475119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2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358A9C2-A83D-F290-8969-97D8FE5B13B8}"/>
              </a:ext>
            </a:extLst>
          </p:cNvPr>
          <p:cNvSpPr/>
          <p:nvPr/>
        </p:nvSpPr>
        <p:spPr>
          <a:xfrm>
            <a:off x="2081613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3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B62C396-3628-6109-435E-A9E3A43DC5D3}"/>
              </a:ext>
            </a:extLst>
          </p:cNvPr>
          <p:cNvSpPr/>
          <p:nvPr/>
        </p:nvSpPr>
        <p:spPr>
          <a:xfrm>
            <a:off x="2727865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4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E634A05-97CF-DE47-9AFB-A68755B8656F}"/>
              </a:ext>
            </a:extLst>
          </p:cNvPr>
          <p:cNvSpPr/>
          <p:nvPr/>
        </p:nvSpPr>
        <p:spPr>
          <a:xfrm>
            <a:off x="3338948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5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B468A71-D413-C8C6-1B50-1AB43574365B}"/>
              </a:ext>
            </a:extLst>
          </p:cNvPr>
          <p:cNvSpPr/>
          <p:nvPr/>
        </p:nvSpPr>
        <p:spPr>
          <a:xfrm>
            <a:off x="3948964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6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8620A75-9EE2-C7C9-5A02-2B290A9B8E28}"/>
              </a:ext>
            </a:extLst>
          </p:cNvPr>
          <p:cNvSpPr/>
          <p:nvPr/>
        </p:nvSpPr>
        <p:spPr>
          <a:xfrm>
            <a:off x="928675" y="3388333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882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454C21D-90CD-444A-2281-DCBAC8A0F4FD}"/>
              </a:ext>
            </a:extLst>
          </p:cNvPr>
          <p:cNvSpPr/>
          <p:nvPr/>
        </p:nvSpPr>
        <p:spPr>
          <a:xfrm>
            <a:off x="2046514" y="2265180"/>
            <a:ext cx="3541486" cy="390434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B34B20-9D2C-B6F5-A79E-E210755F9136}"/>
              </a:ext>
            </a:extLst>
          </p:cNvPr>
          <p:cNvSpPr txBox="1"/>
          <p:nvPr/>
        </p:nvSpPr>
        <p:spPr>
          <a:xfrm>
            <a:off x="4209142" y="250217"/>
            <a:ext cx="35414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ysClr val="windowText" lastClr="000000"/>
                </a:solidFill>
              </a:rPr>
              <a:t>Mouse Pointer</a:t>
            </a:r>
            <a:br>
              <a:rPr lang="en-US" sz="4000" dirty="0">
                <a:solidFill>
                  <a:sysClr val="windowText" lastClr="000000"/>
                </a:solidFill>
              </a:rPr>
            </a:br>
            <a:r>
              <a:rPr lang="en-US" sz="2000" dirty="0">
                <a:solidFill>
                  <a:sysClr val="windowText" lastClr="000000"/>
                </a:solidFill>
              </a:rPr>
              <a:t>-transparent</a:t>
            </a:r>
            <a:br>
              <a:rPr lang="en-US" sz="2000" dirty="0">
                <a:solidFill>
                  <a:sysClr val="windowText" lastClr="000000"/>
                </a:solidFill>
              </a:rPr>
            </a:br>
            <a:endParaRPr lang="en-US" sz="4000" dirty="0">
              <a:solidFill>
                <a:sysClr val="windowText" lastClr="00000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01C9A54-1F32-6A5A-163A-69946D034A0E}"/>
              </a:ext>
            </a:extLst>
          </p:cNvPr>
          <p:cNvSpPr/>
          <p:nvPr/>
        </p:nvSpPr>
        <p:spPr>
          <a:xfrm>
            <a:off x="6371771" y="2189209"/>
            <a:ext cx="3541486" cy="390434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C93A6B16-9CBF-441F-D1D3-239207CF3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99182" y="2501042"/>
            <a:ext cx="2228850" cy="27432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B5C608A3-F58C-445A-8C33-44B1F43741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87738" y="2501042"/>
            <a:ext cx="222885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54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6107</TotalTime>
  <Words>251</Words>
  <Application>Microsoft Macintosh PowerPoint</Application>
  <PresentationFormat>Widescreen</PresentationFormat>
  <Paragraphs>137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Amiri</vt:lpstr>
      <vt:lpstr>Figtree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17</cp:revision>
  <dcterms:created xsi:type="dcterms:W3CDTF">2025-11-20T07:31:52Z</dcterms:created>
  <dcterms:modified xsi:type="dcterms:W3CDTF">2025-11-25T16:35:01Z</dcterms:modified>
</cp:coreProperties>
</file>