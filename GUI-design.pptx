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03214"/>
    <a:srgbClr val="161618"/>
    <a:srgbClr val="2426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7"/>
    <p:restoredTop sz="94716"/>
  </p:normalViewPr>
  <p:slideViewPr>
    <p:cSldViewPr snapToGrid="0">
      <p:cViewPr varScale="1">
        <p:scale>
          <a:sx n="120" d="100"/>
          <a:sy n="120" d="100"/>
        </p:scale>
        <p:origin x="1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08:01:05.696"/>
    </inkml:context>
    <inkml:brush xml:id="br0">
      <inkml:brushProperty name="width" value="0.10583" units="cm"/>
      <inkml:brushProperty name="height" value="0.10583" units="cm"/>
      <inkml:brushProperty name="color" value="#FFFFFF"/>
    </inkml:brush>
  </inkml:definitions>
  <inkml:trace contextRef="#ctx0" brushRef="#br0">0 6496 8027,'20'-73'0,"-4"25"0,3 0 0,-3-1 0,3-1 0,8-9 0,4-3 0,-3 5 0,3-4 0,1 0 0,4-4 0,2-1 0,2-3-334,-3 4 1,3-2 0,1-1 0,0 1 0,1 1 0,0 1 0,1-1-1,2-1 334,4-8 0,2-1 0,2-1 0,0 1-108,0 0 1,1 1-1,1-2 1,4-2-1,-9 12 1,2-2-1,3-2 1,0 0-1,1-1 1,-1 1 107,0 1 0,1 1 0,-1 0 0,2-1 0,1 0 0,3-3 0,-7 8 0,3-2 0,1-1 0,1-1 0,0 1 0,1 0 0,-2 2 0,-1 3-211,8-9 0,-2 3 0,0 3 0,1-1 0,0 0 0,3-2 211,-2 1 0,4-3 0,0-1 0,1 0 0,0 2 0,-2 3 0,-3 5 0,8-5 0,-4 6 0,0 3 0,1-1 0,3-3 0,1 0 0,3-4 0,3 0 0,-1 0 0,-1 3 0,-5 5 0,-5 5 0,-4 4 0,0 1 0,-1 2 0,2-2-61,5-3 0,2 0 1,0-1-1,-1 3 0,-2 2 1,3 0-1,-2 3 0,0 1 1,-1 1 60,0 3 0,-1 1 0,0 1 0,-1 1 0,17-7 0,-1 2 0,1-1 0,-15 6 0,2-1 0,-2 1 0,-4 4 0,26-10 0,-6 4 0,-5 0 0,-3 2 190,-13 5 1,-2 1 0,3-4-1,-3 2-190,22-16 0,3-1 1142,-26 14-1142,-5 1 0,-17 9 1290,-11 6 1,-11 6-1291,-5 4 1068,-4 4-1068,2-7 0,-11 9 0,-6-6 0,-19 9 0,-24 1 0,-27 4 0,-5 3 0,13 1 0,-6 2 0,0 1 0,1 0 0,4-2 0,1 0 0,4 0 0,1-1 0,3-1 0,3-1 0,-41 5 0,45-5 0,2-1 0,-19 2 0,-9 2 0,20-3 0,18-3 0,53-1 0,30-5 0,6-1 0,7-1 0,-2-2 0,3-1 0,17-4 0,3-1 0,-11 3 0,0 1 0,13-1 0,0 2 0,-8 3 0,-2 1 0,0 0 0,0 1 0,-3 1 0,-2 1 0,32 0 0,3 0 0,-22 3 0,-2 4 0,-30 13 0,-17 13 0,-52 16 0,-32 24 0,8-30 0,-6 1 0,-6 10 0,-4 4 0,14-12 0,-1 2 0,2-1 0,-13 15 0,2 0-214,-3 5 1,1 0 213,2 2 0,3-2 0,18-15 0,1-2-9,-7 9 1,1 0 0,7-7 0,1-1 8,-1 1 0,-1 0 0,-1-4 0,0-1 0,4-4 0,0-1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EA1AD4-1BCE-34D3-C545-EA01C7FD10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42C99-16F7-05EC-B366-1830DA675E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A20ABE-5E33-2340-D487-AA444331F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4A56EF-C371-2B61-9080-E48546CDC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D079C4-7242-6B2C-6E9C-600E66E5C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4129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9F644-76CF-F027-DEAE-107ED7BA6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D5986F-4BDE-8079-212F-391F47508F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286696-0D65-5205-D052-0305B495E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123AE9-14C4-BA0B-7F74-D442949EE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48A399-F0F5-BE85-178D-8484876C5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3202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83DD2-7D1E-E8C3-64EB-C4429E5A7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0FFB17-C58A-F1AD-817C-D5E482A52A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62C44F-EA82-05C9-1DC2-CC4B85271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17DB4A-CCEF-A360-A9FF-8BC6BD083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65E683-B90D-8C7B-5FF4-60192A297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8587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71883-D112-7EE2-3EB9-0473258DE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3900CB-50C2-9236-A621-A47C5F4189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E3FE6B-B416-7756-2B3C-AD3273135F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440D7C-E2FB-D552-D3D7-28723E2A24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85A17D-CBF4-F2BB-967B-40C805365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60FF27-F811-B213-94E5-078F6C1BA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017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9BA56-5A3E-7D72-D6EF-DFE1306FB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295CA7-110B-3176-9D76-D3DE0D9DD2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EF9BA7-1AAF-202A-05E5-A6D80A7419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D389B2-8A2E-2561-FA60-C694BDD569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7D8E83-3233-8BA2-33E4-7B71800BB4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7441A5-2441-0683-9510-2B71B3CD3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6C9567-5F08-8DD8-B58A-EBECA27143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1437D3-66D1-24AE-DC82-A1A0A16BE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4982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E3BC0-DF50-3B9D-8BB5-DDEC12A59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91405A8-643D-2B9E-D93E-BCFD6A0EF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6D9E45-17CE-0391-FCC0-BFFEB6EE3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67220F-7B6D-4843-103D-9AC5C5BE0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667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D80C9C-306A-6CBD-CDD7-729A8CCAC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C826BD-F39A-E4AD-4211-8B2D3A1C2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F0164C-9B27-3547-1DDC-BEEC028D9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1901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F2CE6-6917-C4C7-C1A4-A09E48BBE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C918C-EA6C-C3F5-D8CC-D853DD728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CEBD7B-7816-9CA9-1AA1-7D7207B055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C49C38-308C-21EA-DC84-178B005A6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675DD8-1880-A485-77F9-911FC3087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F6AC7E-B905-A857-C41B-5661AAEA9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2707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19C98-5676-BD89-D7EC-2547A740E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697329C-87A9-A1AB-7993-09460152A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F5A1EC-69AB-EEC8-4084-B3FB4F4E8F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E87A59-8C99-BD2C-F323-3BCD42B30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EDB9C4-B90D-1536-1D0F-E3B05595B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78CA06-4615-0348-AA3D-660807CD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773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07C6C-6F67-D4DD-0A10-444A9458B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ADB3D1-E809-EF3F-ED30-777D24972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3C5DEF-390E-7766-2594-C27A47518F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ABA7A8-BAED-F900-26F4-42A8E04D3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02168-2A29-1BB3-20F2-38C265A70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2262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1A812CB-5E10-00CE-2FEC-AD9AE8B2CE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7643AD-23EC-7A5E-90F9-1D9F58D5F8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989997-7A02-E600-623D-C0EE44239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6873D1-CA74-3B1A-EDD3-609D468488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0DF8DF-6F7E-80FE-0F52-4891BE2E7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592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308075-26DE-FF9F-33A7-EF4D8C52C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EBA884-92A3-12FA-7DF4-5F0A199383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6944C-BFD4-3CB2-329B-F5FAF06DE9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38307C-8EDA-4B45-B77E-3F369AD75B9E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4EB4F2-0016-3BF2-52FE-ED146DCCA7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5AD4C2-E508-EF57-7E0C-29DF998B62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774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customXml" Target="../ink/ink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738726C-16D4-7355-52BA-0F129C2DC993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488415-69D7-3371-E5D8-80C4AC15CA41}"/>
              </a:ext>
            </a:extLst>
          </p:cNvPr>
          <p:cNvSpPr txBox="1"/>
          <p:nvPr/>
        </p:nvSpPr>
        <p:spPr>
          <a:xfrm>
            <a:off x="97972" y="120134"/>
            <a:ext cx="1439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Al-Qur’an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4F2B0AB-8A61-1A09-1746-C5551C9F56DB}"/>
              </a:ext>
            </a:extLst>
          </p:cNvPr>
          <p:cNvSpPr/>
          <p:nvPr/>
        </p:nvSpPr>
        <p:spPr>
          <a:xfrm>
            <a:off x="2612571" y="60067"/>
            <a:ext cx="6966857" cy="489466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Graphic 7" descr="Single gear with solid fill">
            <a:extLst>
              <a:ext uri="{FF2B5EF4-FFF2-40B4-BE49-F238E27FC236}">
                <a16:creationId xmlns:a16="http://schemas.microsoft.com/office/drawing/2014/main" id="{025B87E2-5E12-DBDA-B048-F63CF8F0DE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36828" y="54038"/>
            <a:ext cx="457200" cy="4572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94331B8-E015-D253-9E00-231E1118552C}"/>
              </a:ext>
            </a:extLst>
          </p:cNvPr>
          <p:cNvSpPr txBox="1"/>
          <p:nvPr/>
        </p:nvSpPr>
        <p:spPr>
          <a:xfrm>
            <a:off x="4354286" y="1201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ui-sans-serif"/>
              </a:rPr>
              <a:t>Select a Surah to begin reading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CECB0E8B-FB10-D921-9C81-8199CC560C84}"/>
                  </a:ext>
                </a:extLst>
              </p14:cNvPr>
              <p14:cNvContentPartPr/>
              <p14:nvPr/>
            </p14:nvContentPartPr>
            <p14:xfrm rot="21265090">
              <a:off x="2483598" y="782687"/>
              <a:ext cx="2437920" cy="233892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CECB0E8B-FB10-D921-9C81-8199CC560C8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 rot="21265090">
                <a:off x="2464518" y="763967"/>
                <a:ext cx="2475720" cy="237636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850377CF-B618-CBDB-335B-61DF317C5318}"/>
              </a:ext>
            </a:extLst>
          </p:cNvPr>
          <p:cNvSpPr txBox="1"/>
          <p:nvPr/>
        </p:nvSpPr>
        <p:spPr>
          <a:xfrm>
            <a:off x="1813771" y="3234627"/>
            <a:ext cx="18887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Hover in this area </a:t>
            </a:r>
          </a:p>
          <a:p>
            <a:r>
              <a:rPr lang="en-US" dirty="0">
                <a:solidFill>
                  <a:schemeClr val="bg1"/>
                </a:solidFill>
              </a:rPr>
              <a:t>to list chapters</a:t>
            </a:r>
          </a:p>
        </p:txBody>
      </p:sp>
    </p:spTree>
    <p:extLst>
      <p:ext uri="{BB962C8B-B14F-4D97-AF65-F5344CB8AC3E}">
        <p14:creationId xmlns:p14="http://schemas.microsoft.com/office/powerpoint/2010/main" val="22242720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E98BE3-F77F-229F-7D4A-A332B957A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CFD6378-4ABF-DF88-CB39-18D35914B9F2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B9A1AB-7047-246C-072A-A0304AD0FED8}"/>
              </a:ext>
            </a:extLst>
          </p:cNvPr>
          <p:cNvSpPr txBox="1"/>
          <p:nvPr/>
        </p:nvSpPr>
        <p:spPr>
          <a:xfrm>
            <a:off x="97972" y="120134"/>
            <a:ext cx="1439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Al-Qur’an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B25BCC6-D3F4-0A27-DB02-EF6C827C488C}"/>
              </a:ext>
            </a:extLst>
          </p:cNvPr>
          <p:cNvSpPr/>
          <p:nvPr/>
        </p:nvSpPr>
        <p:spPr>
          <a:xfrm>
            <a:off x="2612571" y="60067"/>
            <a:ext cx="6966857" cy="489466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Graphic 7" descr="Single gear with solid fill">
            <a:extLst>
              <a:ext uri="{FF2B5EF4-FFF2-40B4-BE49-F238E27FC236}">
                <a16:creationId xmlns:a16="http://schemas.microsoft.com/office/drawing/2014/main" id="{31CF862C-04BF-9AA3-CEB7-4D5CFC31DB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36828" y="54038"/>
            <a:ext cx="457200" cy="4572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1259348-8D8F-8014-71F4-A732BB28C5F3}"/>
              </a:ext>
            </a:extLst>
          </p:cNvPr>
          <p:cNvSpPr txBox="1"/>
          <p:nvPr/>
        </p:nvSpPr>
        <p:spPr>
          <a:xfrm>
            <a:off x="4354286" y="1201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ui-sans-serif"/>
              </a:rPr>
              <a:t>Select a Surah to begin reading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94E37140-26FB-43C4-2345-FF2E4ECCC3B9}"/>
              </a:ext>
            </a:extLst>
          </p:cNvPr>
          <p:cNvSpPr/>
          <p:nvPr/>
        </p:nvSpPr>
        <p:spPr>
          <a:xfrm>
            <a:off x="2601938" y="54406"/>
            <a:ext cx="3735066" cy="6410557"/>
          </a:xfrm>
          <a:prstGeom prst="roundRect">
            <a:avLst>
              <a:gd name="adj" fmla="val 727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1626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403E8E-B75D-B2C5-5AE4-2BBDE0060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31F7461-9C09-1F8D-E1D2-20E25174C05E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6F5083-AC47-63E4-26C1-B9265ADCBD2A}"/>
              </a:ext>
            </a:extLst>
          </p:cNvPr>
          <p:cNvSpPr txBox="1"/>
          <p:nvPr/>
        </p:nvSpPr>
        <p:spPr>
          <a:xfrm>
            <a:off x="97972" y="120134"/>
            <a:ext cx="1439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Al-Qur’an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7BAA324-1CCD-8B13-437A-9DB9C9A4FAD2}"/>
              </a:ext>
            </a:extLst>
          </p:cNvPr>
          <p:cNvSpPr/>
          <p:nvPr/>
        </p:nvSpPr>
        <p:spPr>
          <a:xfrm>
            <a:off x="2612571" y="60067"/>
            <a:ext cx="6966857" cy="489466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Graphic 7" descr="Single gear with solid fill">
            <a:extLst>
              <a:ext uri="{FF2B5EF4-FFF2-40B4-BE49-F238E27FC236}">
                <a16:creationId xmlns:a16="http://schemas.microsoft.com/office/drawing/2014/main" id="{4C9B4DF0-1519-32A7-81F7-0E69B01258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36828" y="54038"/>
            <a:ext cx="457200" cy="4572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B3B8F71-4A4E-3B59-F58C-5FC34D18F59A}"/>
              </a:ext>
            </a:extLst>
          </p:cNvPr>
          <p:cNvSpPr txBox="1"/>
          <p:nvPr/>
        </p:nvSpPr>
        <p:spPr>
          <a:xfrm>
            <a:off x="2862943" y="11566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chemeClr val="bg1">
                    <a:lumMod val="85000"/>
                  </a:schemeClr>
                </a:solidFill>
                <a:effectLst/>
                <a:latin typeface="ui-sans-serif"/>
              </a:rPr>
              <a:t>Al-Fatihah</a:t>
            </a:r>
            <a:endParaRPr lang="en-US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FB8DA56D-C441-C896-D075-A68DBA64B42C}"/>
              </a:ext>
            </a:extLst>
          </p:cNvPr>
          <p:cNvSpPr/>
          <p:nvPr/>
        </p:nvSpPr>
        <p:spPr>
          <a:xfrm>
            <a:off x="8414657" y="118850"/>
            <a:ext cx="1088572" cy="36576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9D4DDF-E052-3E3F-5260-843DD18B72CA}"/>
              </a:ext>
            </a:extLst>
          </p:cNvPr>
          <p:cNvSpPr txBox="1"/>
          <p:nvPr/>
        </p:nvSpPr>
        <p:spPr>
          <a:xfrm>
            <a:off x="5540828" y="115669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sz="2000" b="0" i="0" dirty="0">
                <a:solidFill>
                  <a:schemeClr val="accent6">
                    <a:lumMod val="75000"/>
                  </a:schemeClr>
                </a:solidFill>
                <a:effectLst/>
                <a:latin typeface="Amiri"/>
              </a:rPr>
              <a:t>الفاتحة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27672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26</Words>
  <Application>Microsoft Macintosh PowerPoint</Application>
  <PresentationFormat>Widescreen</PresentationFormat>
  <Paragraphs>10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Amiri</vt:lpstr>
      <vt:lpstr>ui-sans-serif</vt:lpstr>
      <vt:lpstr>Arial</vt:lpstr>
      <vt:lpstr>Calibri</vt:lpstr>
      <vt:lpstr>Calibri Light</vt:lpstr>
      <vt:lpstr>JetBrains Mono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JAKIR HUSSAIN</dc:creator>
  <cp:lastModifiedBy>JAKIR HUSSAIN</cp:lastModifiedBy>
  <cp:revision>2</cp:revision>
  <dcterms:created xsi:type="dcterms:W3CDTF">2025-11-20T07:31:52Z</dcterms:created>
  <dcterms:modified xsi:type="dcterms:W3CDTF">2025-11-20T08:04:55Z</dcterms:modified>
</cp:coreProperties>
</file>