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60" r:id="rId3"/>
    <p:sldId id="261" r:id="rId4"/>
    <p:sldId id="258" r:id="rId5"/>
    <p:sldId id="263" r:id="rId6"/>
    <p:sldId id="259" r:id="rId7"/>
    <p:sldId id="262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D2C12"/>
    <a:srgbClr val="161618"/>
    <a:srgbClr val="203214"/>
    <a:srgbClr val="2426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01"/>
    <p:restoredTop sz="94716"/>
  </p:normalViewPr>
  <p:slideViewPr>
    <p:cSldViewPr snapToGrid="0">
      <p:cViewPr varScale="1">
        <p:scale>
          <a:sx n="119" d="100"/>
          <a:sy n="119" d="100"/>
        </p:scale>
        <p:origin x="224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08:01:05.696"/>
    </inkml:context>
    <inkml:brush xml:id="br0">
      <inkml:brushProperty name="width" value="0.10583" units="cm"/>
      <inkml:brushProperty name="height" value="0.10583" units="cm"/>
      <inkml:brushProperty name="color" value="#FFFFFF"/>
    </inkml:brush>
  </inkml:definitions>
  <inkml:trace contextRef="#ctx0" brushRef="#br0">0 6497 8027,'20'-74'0,"-4"27"0,3-2 0,-3 0 0,3-1 0,8-8 0,4-5 0,-3 6 0,3-3 0,1-2 0,4-3 0,2-1 0,2-3-334,-3 5 1,3-3 0,1-1 0,0 1 0,1 0 0,0 2 0,1-1-1,2-1 334,4-8 0,2-1 0,2-1 0,0 1-108,0 0 1,1 1-1,1-1 1,4-4-1,-9 13 1,2-2-1,3-2 1,0 0-1,1-1 1,-1 2 107,0 0 0,1 1 0,-1-1 0,2 1 0,1-2 0,3-2 0,-7 8 0,3-1 0,1-3 0,1 1 0,0-1 0,1 1 0,-2 2 0,-1 3-211,8-9 0,-2 4 0,0 1 0,1 0 0,0 0 0,3-2 211,-2 1 0,4-3 0,0-1 0,1 1 0,0 1 0,-2 3 0,-3 4 0,8-3 0,-4 5 0,0 2 0,1 0 0,3-2 0,1-2 0,3-2 0,3-2 0,-1 2 0,-1 1 0,-5 6 0,-5 5 0,-4 4 0,0 2 0,-1 0 0,2-1-61,5-3 0,2 0 1,0 0-1,-1 1 0,-2 4 1,3-2-1,-2 4 0,0 1 1,-1 2 60,0 1 0,-1 2 0,0 1 0,-1 1 0,17-7 0,-1 2 0,1-1 0,-15 7 0,2-3 0,-2 2 0,-4 4 0,26-10 0,-6 4 0,-5 0 0,-3 2 190,-13 5 1,-2 1 0,3-4-1,-3 2-190,22-15 0,3-3 1142,-26 15-1142,-5 1 0,-17 9 1290,-11 6 1,-11 7-1291,-5 2 1068,-4 5-1068,2-7 0,-11 9 0,-6-6 0,-19 9 0,-24 2 0,-27 2 0,-5 4 0,13 2 0,-6 1 0,0 0 0,1 1 0,4-1 0,1-1 0,4-1 0,1 0 0,3-1 0,3-1 0,-41 5 0,45-5 0,2-1 0,-19 2 0,-9 2 0,20-3 0,18-2 0,53-2 0,30-6 0,6 0 0,7-1 0,-2-1 0,3-2 0,17-5 0,3 0 0,-11 3 0,0 2 0,13-2 0,0 1 0,-8 4 0,-2 1 0,0 0 0,0 1 0,-3 1 0,-2 1 0,32 0 0,3 1 0,-22 1 0,-2 5 0,-30 13 0,-17 13 0,-52 16 0,-32 24 0,8-30 0,-6 1 0,-6 10 0,-4 4 0,14-12 0,-1 2 0,2-1 0,-13 15 0,2 0-214,-3 5 1,1 1 213,2 0 0,3-1 0,18-15 0,1-1-9,-7 7 1,1 1 0,7-7 0,1-1 8,-1 1 0,-1 0 0,-1-3 0,0-2 0,4-5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1CD573-D599-2847-BBDA-6BFAA524DB5F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4DE004-1C1C-C548-8FF1-8095E89201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4145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A1AD4-1BCE-34D3-C545-EA01C7FD10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4" y="1122363"/>
            <a:ext cx="9144000" cy="2387600"/>
          </a:xfrm>
        </p:spPr>
        <p:txBody>
          <a:bodyPr anchor="b"/>
          <a:lstStyle>
            <a:lvl1pPr algn="ctr">
              <a:defRPr sz="600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42C99-16F7-05EC-B366-1830DA675E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4" y="3602038"/>
            <a:ext cx="9144000" cy="1655762"/>
          </a:xfrm>
        </p:spPr>
        <p:txBody>
          <a:bodyPr/>
          <a:lstStyle>
            <a:lvl1pPr marL="0" indent="0" algn="ctr">
              <a:buNone/>
              <a:defRPr sz="2401"/>
            </a:lvl1pPr>
            <a:lvl2pPr marL="457220" indent="0" algn="ctr">
              <a:buNone/>
              <a:defRPr sz="2001"/>
            </a:lvl2pPr>
            <a:lvl3pPr marL="914438" indent="0" algn="ctr">
              <a:buNone/>
              <a:defRPr sz="1800"/>
            </a:lvl3pPr>
            <a:lvl4pPr marL="1371656" indent="0" algn="ctr">
              <a:buNone/>
              <a:defRPr sz="1601"/>
            </a:lvl4pPr>
            <a:lvl5pPr marL="1828875" indent="0" algn="ctr">
              <a:buNone/>
              <a:defRPr sz="1601"/>
            </a:lvl5pPr>
            <a:lvl6pPr marL="2286094" indent="0" algn="ctr">
              <a:buNone/>
              <a:defRPr sz="1601"/>
            </a:lvl6pPr>
            <a:lvl7pPr marL="2743313" indent="0" algn="ctr">
              <a:buNone/>
              <a:defRPr sz="1601"/>
            </a:lvl7pPr>
            <a:lvl8pPr marL="3200530" indent="0" algn="ctr">
              <a:buNone/>
              <a:defRPr sz="1601"/>
            </a:lvl8pPr>
            <a:lvl9pPr marL="3657749" indent="0" algn="ctr">
              <a:buNone/>
              <a:defRPr sz="1601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A20ABE-5E33-2340-D487-AA444331F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4A56EF-C371-2B61-9080-E48546CDC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D079C4-7242-6B2C-6E9C-600E66E5C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412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9F644-76CF-F027-DEAE-107ED7BA6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D5986F-4BDE-8079-212F-391F47508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286696-0D65-5205-D052-0305B495E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123AE9-14C4-BA0B-7F74-D442949EE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48A399-F0F5-BE85-178D-8484876C5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3202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83DD2-7D1E-E8C3-64EB-C4429E5A7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1" cy="2852737"/>
          </a:xfrm>
        </p:spPr>
        <p:txBody>
          <a:bodyPr anchor="b"/>
          <a:lstStyle>
            <a:lvl1pPr>
              <a:defRPr sz="600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0FFB17-C58A-F1AD-817C-D5E482A52A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6"/>
            <a:ext cx="10515601" cy="1500187"/>
          </a:xfrm>
        </p:spPr>
        <p:txBody>
          <a:bodyPr/>
          <a:lstStyle>
            <a:lvl1pPr marL="0" indent="0">
              <a:buNone/>
              <a:defRPr sz="2401">
                <a:solidFill>
                  <a:schemeClr val="tx1">
                    <a:tint val="75000"/>
                  </a:schemeClr>
                </a:solidFill>
              </a:defRPr>
            </a:lvl1pPr>
            <a:lvl2pPr marL="457220" indent="0">
              <a:buNone/>
              <a:defRPr sz="2001">
                <a:solidFill>
                  <a:schemeClr val="tx1">
                    <a:tint val="75000"/>
                  </a:schemeClr>
                </a:solidFill>
              </a:defRPr>
            </a:lvl2pPr>
            <a:lvl3pPr marL="91443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56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4pPr>
            <a:lvl5pPr marL="1828875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5pPr>
            <a:lvl6pPr marL="2286094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6pPr>
            <a:lvl7pPr marL="2743313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7pPr>
            <a:lvl8pPr marL="3200530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8pPr>
            <a:lvl9pPr marL="3657749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62C44F-EA82-05C9-1DC2-CC4B85271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17DB4A-CCEF-A360-A9FF-8BC6BD083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65E683-B90D-8C7B-5FF4-60192A297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858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71883-D112-7EE2-3EB9-0473258DE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900CB-50C2-9236-A621-A47C5F4189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3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E3FE6B-B416-7756-2B3C-AD3273135F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2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440D7C-E2FB-D552-D3D7-28723E2A2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85A17D-CBF4-F2BB-967B-40C805365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60FF27-F811-B213-94E5-078F6C1BA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017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9BA56-5A3E-7D72-D6EF-DFE1306FB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6"/>
            <a:ext cx="10515601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295CA7-110B-3176-9D76-D3DE0D9DD2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4"/>
            <a:ext cx="5157786" cy="823912"/>
          </a:xfrm>
        </p:spPr>
        <p:txBody>
          <a:bodyPr anchor="b"/>
          <a:lstStyle>
            <a:lvl1pPr marL="0" indent="0">
              <a:buNone/>
              <a:defRPr sz="2401" b="1"/>
            </a:lvl1pPr>
            <a:lvl2pPr marL="457220" indent="0">
              <a:buNone/>
              <a:defRPr sz="2001" b="1"/>
            </a:lvl2pPr>
            <a:lvl3pPr marL="914438" indent="0">
              <a:buNone/>
              <a:defRPr sz="1800" b="1"/>
            </a:lvl3pPr>
            <a:lvl4pPr marL="1371656" indent="0">
              <a:buNone/>
              <a:defRPr sz="1601" b="1"/>
            </a:lvl4pPr>
            <a:lvl5pPr marL="1828875" indent="0">
              <a:buNone/>
              <a:defRPr sz="1601" b="1"/>
            </a:lvl5pPr>
            <a:lvl6pPr marL="2286094" indent="0">
              <a:buNone/>
              <a:defRPr sz="1601" b="1"/>
            </a:lvl6pPr>
            <a:lvl7pPr marL="2743313" indent="0">
              <a:buNone/>
              <a:defRPr sz="1601" b="1"/>
            </a:lvl7pPr>
            <a:lvl8pPr marL="3200530" indent="0">
              <a:buNone/>
              <a:defRPr sz="1601" b="1"/>
            </a:lvl8pPr>
            <a:lvl9pPr marL="3657749" indent="0">
              <a:buNone/>
              <a:defRPr sz="160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EF9BA7-1AAF-202A-05E5-A6D80A7419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D389B2-8A2E-2561-FA60-C694BDD569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4"/>
            <a:ext cx="5183187" cy="823912"/>
          </a:xfrm>
        </p:spPr>
        <p:txBody>
          <a:bodyPr anchor="b"/>
          <a:lstStyle>
            <a:lvl1pPr marL="0" indent="0">
              <a:buNone/>
              <a:defRPr sz="2401" b="1"/>
            </a:lvl1pPr>
            <a:lvl2pPr marL="457220" indent="0">
              <a:buNone/>
              <a:defRPr sz="2001" b="1"/>
            </a:lvl2pPr>
            <a:lvl3pPr marL="914438" indent="0">
              <a:buNone/>
              <a:defRPr sz="1800" b="1"/>
            </a:lvl3pPr>
            <a:lvl4pPr marL="1371656" indent="0">
              <a:buNone/>
              <a:defRPr sz="1601" b="1"/>
            </a:lvl4pPr>
            <a:lvl5pPr marL="1828875" indent="0">
              <a:buNone/>
              <a:defRPr sz="1601" b="1"/>
            </a:lvl5pPr>
            <a:lvl6pPr marL="2286094" indent="0">
              <a:buNone/>
              <a:defRPr sz="1601" b="1"/>
            </a:lvl6pPr>
            <a:lvl7pPr marL="2743313" indent="0">
              <a:buNone/>
              <a:defRPr sz="1601" b="1"/>
            </a:lvl7pPr>
            <a:lvl8pPr marL="3200530" indent="0">
              <a:buNone/>
              <a:defRPr sz="1601" b="1"/>
            </a:lvl8pPr>
            <a:lvl9pPr marL="3657749" indent="0">
              <a:buNone/>
              <a:defRPr sz="160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7D8E83-3233-8BA2-33E4-7B71800BB4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7441A5-2441-0683-9510-2B71B3CD3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6C9567-5F08-8DD8-B58A-EBECA2714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1437D3-66D1-24AE-DC82-A1A0A16BE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498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E3BC0-DF50-3B9D-8BB5-DDEC12A59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91405A8-643D-2B9E-D93E-BCFD6A0EF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6D9E45-17CE-0391-FCC0-BFFEB6EE3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67220F-7B6D-4843-103D-9AC5C5BE0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667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D80C9C-306A-6CBD-CDD7-729A8CCAC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C826BD-F39A-E4AD-4211-8B2D3A1C2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F0164C-9B27-3547-1DDC-BEEC028D9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190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F2CE6-6917-C4C7-C1A4-A09E48BBE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2" y="457200"/>
            <a:ext cx="3932239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C918C-EA6C-C3F5-D8CC-D853DD728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1" cy="4873625"/>
          </a:xfrm>
        </p:spPr>
        <p:txBody>
          <a:bodyPr/>
          <a:lstStyle>
            <a:lvl1pPr>
              <a:defRPr sz="3199"/>
            </a:lvl1pPr>
            <a:lvl2pPr>
              <a:defRPr sz="2799"/>
            </a:lvl2pPr>
            <a:lvl3pPr>
              <a:defRPr sz="2401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CEBD7B-7816-9CA9-1AA1-7D7207B055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2" y="2057400"/>
            <a:ext cx="3932239" cy="3811588"/>
          </a:xfrm>
        </p:spPr>
        <p:txBody>
          <a:bodyPr/>
          <a:lstStyle>
            <a:lvl1pPr marL="0" indent="0">
              <a:buNone/>
              <a:defRPr sz="1601"/>
            </a:lvl1pPr>
            <a:lvl2pPr marL="457220" indent="0">
              <a:buNone/>
              <a:defRPr sz="1400"/>
            </a:lvl2pPr>
            <a:lvl3pPr marL="914438" indent="0">
              <a:buNone/>
              <a:defRPr sz="1201"/>
            </a:lvl3pPr>
            <a:lvl4pPr marL="1371656" indent="0">
              <a:buNone/>
              <a:defRPr sz="999"/>
            </a:lvl4pPr>
            <a:lvl5pPr marL="1828875" indent="0">
              <a:buNone/>
              <a:defRPr sz="999"/>
            </a:lvl5pPr>
            <a:lvl6pPr marL="2286094" indent="0">
              <a:buNone/>
              <a:defRPr sz="999"/>
            </a:lvl6pPr>
            <a:lvl7pPr marL="2743313" indent="0">
              <a:buNone/>
              <a:defRPr sz="999"/>
            </a:lvl7pPr>
            <a:lvl8pPr marL="3200530" indent="0">
              <a:buNone/>
              <a:defRPr sz="999"/>
            </a:lvl8pPr>
            <a:lvl9pPr marL="3657749" indent="0">
              <a:buNone/>
              <a:defRPr sz="99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C49C38-308C-21EA-DC84-178B005A6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675DD8-1880-A485-77F9-911FC3087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6AC7E-B905-A857-C41B-5661AAEA9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2707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19C98-5676-BD89-D7EC-2547A740E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2" y="457200"/>
            <a:ext cx="3932239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97329C-87A9-A1AB-7993-09460152A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1" cy="4873625"/>
          </a:xfrm>
        </p:spPr>
        <p:txBody>
          <a:bodyPr/>
          <a:lstStyle>
            <a:lvl1pPr marL="0" indent="0">
              <a:buNone/>
              <a:defRPr sz="3199"/>
            </a:lvl1pPr>
            <a:lvl2pPr marL="457220" indent="0">
              <a:buNone/>
              <a:defRPr sz="2799"/>
            </a:lvl2pPr>
            <a:lvl3pPr marL="914438" indent="0">
              <a:buNone/>
              <a:defRPr sz="2401"/>
            </a:lvl3pPr>
            <a:lvl4pPr marL="1371656" indent="0">
              <a:buNone/>
              <a:defRPr sz="2001"/>
            </a:lvl4pPr>
            <a:lvl5pPr marL="1828875" indent="0">
              <a:buNone/>
              <a:defRPr sz="2001"/>
            </a:lvl5pPr>
            <a:lvl6pPr marL="2286094" indent="0">
              <a:buNone/>
              <a:defRPr sz="2001"/>
            </a:lvl6pPr>
            <a:lvl7pPr marL="2743313" indent="0">
              <a:buNone/>
              <a:defRPr sz="2001"/>
            </a:lvl7pPr>
            <a:lvl8pPr marL="3200530" indent="0">
              <a:buNone/>
              <a:defRPr sz="2001"/>
            </a:lvl8pPr>
            <a:lvl9pPr marL="3657749" indent="0">
              <a:buNone/>
              <a:defRPr sz="2001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F5A1EC-69AB-EEC8-4084-B3FB4F4E8F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2" y="2057400"/>
            <a:ext cx="3932239" cy="3811588"/>
          </a:xfrm>
        </p:spPr>
        <p:txBody>
          <a:bodyPr/>
          <a:lstStyle>
            <a:lvl1pPr marL="0" indent="0">
              <a:buNone/>
              <a:defRPr sz="1601"/>
            </a:lvl1pPr>
            <a:lvl2pPr marL="457220" indent="0">
              <a:buNone/>
              <a:defRPr sz="1400"/>
            </a:lvl2pPr>
            <a:lvl3pPr marL="914438" indent="0">
              <a:buNone/>
              <a:defRPr sz="1201"/>
            </a:lvl3pPr>
            <a:lvl4pPr marL="1371656" indent="0">
              <a:buNone/>
              <a:defRPr sz="999"/>
            </a:lvl4pPr>
            <a:lvl5pPr marL="1828875" indent="0">
              <a:buNone/>
              <a:defRPr sz="999"/>
            </a:lvl5pPr>
            <a:lvl6pPr marL="2286094" indent="0">
              <a:buNone/>
              <a:defRPr sz="999"/>
            </a:lvl6pPr>
            <a:lvl7pPr marL="2743313" indent="0">
              <a:buNone/>
              <a:defRPr sz="999"/>
            </a:lvl7pPr>
            <a:lvl8pPr marL="3200530" indent="0">
              <a:buNone/>
              <a:defRPr sz="999"/>
            </a:lvl8pPr>
            <a:lvl9pPr marL="3657749" indent="0">
              <a:buNone/>
              <a:defRPr sz="99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E87A59-8C99-BD2C-F323-3BCD42B30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EDB9C4-B90D-1536-1D0F-E3B05595B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78CA06-4615-0348-AA3D-660807CD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73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07C6C-6F67-D4DD-0A10-444A9458B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ADB3D1-E809-EF3F-ED30-777D24972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3C5DEF-390E-7766-2594-C27A47518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BA7A8-BAED-F900-26F4-42A8E04D3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02168-2A29-1BB3-20F2-38C265A70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2262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1A812CB-5E10-00CE-2FEC-AD9AE8B2CE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7643AD-23EC-7A5E-90F9-1D9F58D5F8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5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989997-7A02-E600-623D-C0EE44239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873D1-CA74-3B1A-EDD3-609D46848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0DF8DF-6F7E-80FE-0F52-4891BE2E7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592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308075-26DE-FF9F-33A7-EF4D8C52C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EBA884-92A3-12FA-7DF4-5F0A199383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6944C-BFD4-3CB2-329B-F5FAF06DE9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5" y="6356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4EB4F2-0016-3BF2-52FE-ED146DCCA7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4" y="6356353"/>
            <a:ext cx="4114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5AD4C2-E508-EF57-7E0C-29DF998B62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6" y="6356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774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38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8" indent="-228608" algn="l" defTabSz="914438" rtl="0" eaLnBrk="1" latinLnBrk="0" hangingPunct="1">
        <a:lnSpc>
          <a:spcPct val="90000"/>
        </a:lnSpc>
        <a:spcBef>
          <a:spcPts val="999"/>
        </a:spcBef>
        <a:buFont typeface="Arial" panose="020B0604020202020204" pitchFamily="34" charset="0"/>
        <a:buChar char="•"/>
        <a:defRPr sz="2799" kern="1200">
          <a:solidFill>
            <a:schemeClr val="tx1"/>
          </a:solidFill>
          <a:latin typeface="+mn-lt"/>
          <a:ea typeface="+mn-ea"/>
          <a:cs typeface="+mn-cs"/>
        </a:defRPr>
      </a:lvl1pPr>
      <a:lvl2pPr marL="685828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47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66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83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704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22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41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58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20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38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56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75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94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13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30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49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5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customXml" Target="../ink/ink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738726C-16D4-7355-52BA-0F129C2DC993}"/>
              </a:ext>
            </a:extLst>
          </p:cNvPr>
          <p:cNvSpPr/>
          <p:nvPr/>
        </p:nvSpPr>
        <p:spPr>
          <a:xfrm>
            <a:off x="-1" y="1"/>
            <a:ext cx="12192001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4F2B0AB-8A61-1A09-1746-C5551C9F56DB}"/>
              </a:ext>
            </a:extLst>
          </p:cNvPr>
          <p:cNvSpPr/>
          <p:nvPr/>
        </p:nvSpPr>
        <p:spPr>
          <a:xfrm>
            <a:off x="4038603" y="60070"/>
            <a:ext cx="4114801" cy="489467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ui-sans-serif"/>
              </a:rPr>
              <a:t>Select a Surah to begin reading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8" name="Graphic 7" descr="Single gear with solid fill">
            <a:extLst>
              <a:ext uri="{FF2B5EF4-FFF2-40B4-BE49-F238E27FC236}">
                <a16:creationId xmlns:a16="http://schemas.microsoft.com/office/drawing/2014/main" id="{025B87E2-5E12-DBDA-B048-F63CF8F0DE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8" y="54037"/>
            <a:ext cx="457200" cy="45720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CECB0E8B-FB10-D921-9C81-8199CC560C84}"/>
                  </a:ext>
                </a:extLst>
              </p14:cNvPr>
              <p14:cNvContentPartPr/>
              <p14:nvPr/>
            </p14:nvContentPartPr>
            <p14:xfrm rot="21265090">
              <a:off x="2483599" y="782687"/>
              <a:ext cx="2437920" cy="2338921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CECB0E8B-FB10-D921-9C81-8199CC560C8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 rot="21265090">
                <a:off x="2464519" y="763607"/>
                <a:ext cx="2475720" cy="2376361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850377CF-B618-CBDB-335B-61DF317C5318}"/>
              </a:ext>
            </a:extLst>
          </p:cNvPr>
          <p:cNvSpPr txBox="1"/>
          <p:nvPr/>
        </p:nvSpPr>
        <p:spPr>
          <a:xfrm>
            <a:off x="1813772" y="3234628"/>
            <a:ext cx="21463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Hover in this area </a:t>
            </a:r>
          </a:p>
          <a:p>
            <a:r>
              <a:rPr lang="en-US" dirty="0">
                <a:solidFill>
                  <a:schemeClr val="bg1"/>
                </a:solidFill>
              </a:rPr>
              <a:t>to list down chapters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DA2924-6946-EC56-4A74-9B34AB6EC3F2}"/>
              </a:ext>
            </a:extLst>
          </p:cNvPr>
          <p:cNvSpPr txBox="1"/>
          <p:nvPr/>
        </p:nvSpPr>
        <p:spPr>
          <a:xfrm>
            <a:off x="552269" y="115668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129B5BEA-B1F0-63BF-27E8-9C1A57B847C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7972" y="73720"/>
            <a:ext cx="454297" cy="454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2720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17C3B0-14D5-B449-CC10-121AA88D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7D0626A-A3B3-EC07-723F-CD92FAD6F7EE}"/>
              </a:ext>
            </a:extLst>
          </p:cNvPr>
          <p:cNvSpPr/>
          <p:nvPr/>
        </p:nvSpPr>
        <p:spPr>
          <a:xfrm>
            <a:off x="-1" y="1"/>
            <a:ext cx="12192001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76058F1-6802-1A0D-ABA9-3DCC85631F0C}"/>
              </a:ext>
            </a:extLst>
          </p:cNvPr>
          <p:cNvSpPr/>
          <p:nvPr/>
        </p:nvSpPr>
        <p:spPr>
          <a:xfrm>
            <a:off x="4038603" y="60070"/>
            <a:ext cx="4114801" cy="489467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ui-sans-serif"/>
              </a:rPr>
              <a:t>Select a Surah to begin reading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47D0A3-0581-1419-F5C9-3ED1A706CCAB}"/>
              </a:ext>
            </a:extLst>
          </p:cNvPr>
          <p:cNvSpPr txBox="1"/>
          <p:nvPr/>
        </p:nvSpPr>
        <p:spPr>
          <a:xfrm>
            <a:off x="552269" y="115668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pic>
        <p:nvPicPr>
          <p:cNvPr id="2" name="Graphic 1" descr="Single gear with solid fill">
            <a:extLst>
              <a:ext uri="{FF2B5EF4-FFF2-40B4-BE49-F238E27FC236}">
                <a16:creationId xmlns:a16="http://schemas.microsoft.com/office/drawing/2014/main" id="{937F7179-CE0B-272B-4E8F-350E8FE7F2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8" y="54037"/>
            <a:ext cx="457200" cy="4572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3DB75E55-1A7F-08C1-4DA1-E5E3C7F35A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972" y="73720"/>
            <a:ext cx="454297" cy="4542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C96468A-D392-1D27-C2E2-6345AD876F6C}"/>
              </a:ext>
            </a:extLst>
          </p:cNvPr>
          <p:cNvSpPr txBox="1"/>
          <p:nvPr/>
        </p:nvSpPr>
        <p:spPr>
          <a:xfrm>
            <a:off x="209226" y="5432947"/>
            <a:ext cx="21259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Desktop</a:t>
            </a:r>
          </a:p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39826269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9EBFE-A824-0A9B-D944-5442C16EB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D3F9C4A-0404-CCD6-53AC-DEEAFEED23B0}"/>
              </a:ext>
            </a:extLst>
          </p:cNvPr>
          <p:cNvSpPr/>
          <p:nvPr/>
        </p:nvSpPr>
        <p:spPr>
          <a:xfrm>
            <a:off x="0" y="1"/>
            <a:ext cx="4038604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2A0720C-6617-1B7B-0A17-6BF194866374}"/>
              </a:ext>
            </a:extLst>
          </p:cNvPr>
          <p:cNvSpPr/>
          <p:nvPr/>
        </p:nvSpPr>
        <p:spPr>
          <a:xfrm>
            <a:off x="589193" y="74636"/>
            <a:ext cx="2860216" cy="457200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ui-sans-serif"/>
              </a:rPr>
              <a:t>Select a Surah to begin reading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16702025-145F-6792-B1F8-0B1E0D7136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828" y="120356"/>
            <a:ext cx="365760" cy="36576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6F3DDCC-A4FB-4992-FB24-89000052EA14}"/>
              </a:ext>
            </a:extLst>
          </p:cNvPr>
          <p:cNvSpPr/>
          <p:nvPr/>
        </p:nvSpPr>
        <p:spPr>
          <a:xfrm>
            <a:off x="0" y="0"/>
            <a:ext cx="4038603" cy="685799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Single gear with solid fill">
            <a:extLst>
              <a:ext uri="{FF2B5EF4-FFF2-40B4-BE49-F238E27FC236}">
                <a16:creationId xmlns:a16="http://schemas.microsoft.com/office/drawing/2014/main" id="{C2C5DD6C-5923-DBD6-F811-FD402FBC6D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20226" y="120356"/>
            <a:ext cx="365760" cy="36576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04A3F5D-43AA-FEC8-E8F2-55AB78DE64BB}"/>
              </a:ext>
            </a:extLst>
          </p:cNvPr>
          <p:cNvSpPr/>
          <p:nvPr/>
        </p:nvSpPr>
        <p:spPr>
          <a:xfrm>
            <a:off x="4050815" y="0"/>
            <a:ext cx="814118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7D3CC8-5AE1-AE73-A0D6-004CBA326912}"/>
              </a:ext>
            </a:extLst>
          </p:cNvPr>
          <p:cNvSpPr txBox="1"/>
          <p:nvPr/>
        </p:nvSpPr>
        <p:spPr>
          <a:xfrm>
            <a:off x="7421884" y="2643036"/>
            <a:ext cx="18485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Mobile</a:t>
            </a:r>
          </a:p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3293815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E98BE3-F77F-229F-7D4A-A332B957A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CFD6378-4ABF-DF88-CB39-18D35914B9F2}"/>
              </a:ext>
            </a:extLst>
          </p:cNvPr>
          <p:cNvSpPr/>
          <p:nvPr/>
        </p:nvSpPr>
        <p:spPr>
          <a:xfrm>
            <a:off x="-1" y="1"/>
            <a:ext cx="12192001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41D6CF-6649-7738-9CE1-BDE109E90CE4}"/>
              </a:ext>
            </a:extLst>
          </p:cNvPr>
          <p:cNvSpPr txBox="1"/>
          <p:nvPr/>
        </p:nvSpPr>
        <p:spPr>
          <a:xfrm>
            <a:off x="552269" y="115668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2EBE81F-DE71-8B75-F261-EF06AE19BE62}"/>
              </a:ext>
            </a:extLst>
          </p:cNvPr>
          <p:cNvSpPr/>
          <p:nvPr/>
        </p:nvSpPr>
        <p:spPr>
          <a:xfrm>
            <a:off x="4038603" y="56256"/>
            <a:ext cx="4114801" cy="6457691"/>
          </a:xfrm>
          <a:prstGeom prst="roundRect">
            <a:avLst>
              <a:gd name="adj" fmla="val 5322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14" indent="-342914">
              <a:lnSpc>
                <a:spcPct val="150000"/>
              </a:lnSpc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	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	</a:t>
            </a:r>
          </a:p>
          <a:p>
            <a:pPr marL="342914" indent="-342914"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Al-Baqarah	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البقرة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2" name="Graphic 11" descr="Single gear with solid fill">
            <a:extLst>
              <a:ext uri="{FF2B5EF4-FFF2-40B4-BE49-F238E27FC236}">
                <a16:creationId xmlns:a16="http://schemas.microsoft.com/office/drawing/2014/main" id="{009BA9C7-396B-303F-8175-72013AB554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8" y="54037"/>
            <a:ext cx="457200" cy="4572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86F86020-B3D0-1C4C-216A-3DFDF58348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972" y="73720"/>
            <a:ext cx="454297" cy="45429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5ECF253-F9D5-E097-95E4-136E231F6099}"/>
              </a:ext>
            </a:extLst>
          </p:cNvPr>
          <p:cNvSpPr txBox="1"/>
          <p:nvPr/>
        </p:nvSpPr>
        <p:spPr>
          <a:xfrm>
            <a:off x="209226" y="5432947"/>
            <a:ext cx="21259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Desktop</a:t>
            </a:r>
          </a:p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3916162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42CB59-49E1-9539-C902-26EA0DED6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41D32C9-6B5E-03C5-499F-9EDB39332D5C}"/>
              </a:ext>
            </a:extLst>
          </p:cNvPr>
          <p:cNvSpPr/>
          <p:nvPr/>
        </p:nvSpPr>
        <p:spPr>
          <a:xfrm>
            <a:off x="0" y="1"/>
            <a:ext cx="4038604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DCF563-E6AC-84CD-8DE5-F75563004257}"/>
              </a:ext>
            </a:extLst>
          </p:cNvPr>
          <p:cNvSpPr/>
          <p:nvPr/>
        </p:nvSpPr>
        <p:spPr>
          <a:xfrm>
            <a:off x="4050815" y="247426"/>
            <a:ext cx="814118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CC4492F-CEAE-C9D5-A14C-BFB5ECB778AE}"/>
              </a:ext>
            </a:extLst>
          </p:cNvPr>
          <p:cNvSpPr/>
          <p:nvPr/>
        </p:nvSpPr>
        <p:spPr>
          <a:xfrm>
            <a:off x="589193" y="74636"/>
            <a:ext cx="2860216" cy="457200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9296E200-461B-E691-09E9-9315886168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828" y="120356"/>
            <a:ext cx="365760" cy="36576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7616DCA-066B-54A8-58CB-DD29F02E445E}"/>
              </a:ext>
            </a:extLst>
          </p:cNvPr>
          <p:cNvSpPr txBox="1"/>
          <p:nvPr/>
        </p:nvSpPr>
        <p:spPr>
          <a:xfrm>
            <a:off x="7421884" y="2643036"/>
            <a:ext cx="18485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Mobile</a:t>
            </a:r>
          </a:p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4A1FA5-0B34-1423-E5FD-33BA9014F599}"/>
              </a:ext>
            </a:extLst>
          </p:cNvPr>
          <p:cNvSpPr/>
          <p:nvPr/>
        </p:nvSpPr>
        <p:spPr>
          <a:xfrm>
            <a:off x="0" y="0"/>
            <a:ext cx="4038603" cy="685799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Single gear with solid fill">
            <a:extLst>
              <a:ext uri="{FF2B5EF4-FFF2-40B4-BE49-F238E27FC236}">
                <a16:creationId xmlns:a16="http://schemas.microsoft.com/office/drawing/2014/main" id="{80361776-7AAA-773B-C191-96A723FDBE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20226" y="120356"/>
            <a:ext cx="365760" cy="365760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40D2428-99CC-7554-3B12-E4CE99865DBF}"/>
              </a:ext>
            </a:extLst>
          </p:cNvPr>
          <p:cNvSpPr/>
          <p:nvPr/>
        </p:nvSpPr>
        <p:spPr>
          <a:xfrm>
            <a:off x="601406" y="87415"/>
            <a:ext cx="2860216" cy="3755950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14" indent="-342914">
              <a:lnSpc>
                <a:spcPct val="150000"/>
              </a:lnSpc>
              <a:spcAft>
                <a:spcPts val="600"/>
              </a:spcAft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pPr marL="342914" indent="-342914"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Al-Baqarah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البقرة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4201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A61C7E-F19C-2FEB-266F-B8F7BE86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C07A37-4ACE-D72D-EA94-93A41EEFA7DB}"/>
              </a:ext>
            </a:extLst>
          </p:cNvPr>
          <p:cNvSpPr/>
          <p:nvPr/>
        </p:nvSpPr>
        <p:spPr>
          <a:xfrm>
            <a:off x="-1" y="1"/>
            <a:ext cx="12192001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0B949C-9C3D-4D5E-5DD1-2F56E63AFCC0}"/>
              </a:ext>
            </a:extLst>
          </p:cNvPr>
          <p:cNvSpPr txBox="1"/>
          <p:nvPr/>
        </p:nvSpPr>
        <p:spPr>
          <a:xfrm>
            <a:off x="552269" y="115668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D607F17-690C-278F-31B8-FAFA8DC5FD3C}"/>
              </a:ext>
            </a:extLst>
          </p:cNvPr>
          <p:cNvSpPr/>
          <p:nvPr/>
        </p:nvSpPr>
        <p:spPr>
          <a:xfrm>
            <a:off x="2612572" y="60070"/>
            <a:ext cx="6966856" cy="489467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D37614-DA92-FAD3-7D8D-A84BEC28D3B9}"/>
              </a:ext>
            </a:extLst>
          </p:cNvPr>
          <p:cNvSpPr txBox="1"/>
          <p:nvPr/>
        </p:nvSpPr>
        <p:spPr>
          <a:xfrm>
            <a:off x="2862944" y="115669"/>
            <a:ext cx="1390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ui-sans-serif"/>
              </a:rPr>
              <a:t>Al-Fatihah</a:t>
            </a:r>
            <a:endParaRPr lang="en-US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A7F1B6C-E0DF-0051-BD49-A6381468FB4A}"/>
              </a:ext>
            </a:extLst>
          </p:cNvPr>
          <p:cNvSpPr/>
          <p:nvPr/>
        </p:nvSpPr>
        <p:spPr>
          <a:xfrm>
            <a:off x="8414658" y="118849"/>
            <a:ext cx="1088573" cy="36576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60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645CCA-B5F8-FDB1-D5CA-0D84573124CA}"/>
              </a:ext>
            </a:extLst>
          </p:cNvPr>
          <p:cNvSpPr txBox="1"/>
          <p:nvPr/>
        </p:nvSpPr>
        <p:spPr>
          <a:xfrm>
            <a:off x="5540828" y="115671"/>
            <a:ext cx="816429" cy="461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2401" dirty="0">
                <a:solidFill>
                  <a:schemeClr val="accent6">
                    <a:lumMod val="75000"/>
                  </a:schemeClr>
                </a:solidFill>
                <a:latin typeface="Amiri"/>
              </a:rPr>
              <a:t>الفاتحة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0" name="Graphic 9" descr="Single gear with solid fill">
            <a:extLst>
              <a:ext uri="{FF2B5EF4-FFF2-40B4-BE49-F238E27FC236}">
                <a16:creationId xmlns:a16="http://schemas.microsoft.com/office/drawing/2014/main" id="{54281594-3E48-EAD2-399A-E1DF616876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8" y="54037"/>
            <a:ext cx="457200" cy="4572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DBAF2174-2EC0-BC60-EB4A-39D39B7DF3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972" y="73720"/>
            <a:ext cx="454297" cy="45429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32247A3-C1FB-F5B7-336F-DDA33385E421}"/>
              </a:ext>
            </a:extLst>
          </p:cNvPr>
          <p:cNvSpPr txBox="1"/>
          <p:nvPr/>
        </p:nvSpPr>
        <p:spPr>
          <a:xfrm>
            <a:off x="209226" y="5432947"/>
            <a:ext cx="21259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Desktop</a:t>
            </a:r>
          </a:p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38300825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9004CB-D682-0A70-498F-555D2E94A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5CC334D-8CC0-5BF8-2052-1B4312155A01}"/>
              </a:ext>
            </a:extLst>
          </p:cNvPr>
          <p:cNvSpPr/>
          <p:nvPr/>
        </p:nvSpPr>
        <p:spPr>
          <a:xfrm>
            <a:off x="0" y="1"/>
            <a:ext cx="4038604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E5FF711-1A39-6938-D7A5-BCE12044FB0F}"/>
              </a:ext>
            </a:extLst>
          </p:cNvPr>
          <p:cNvSpPr/>
          <p:nvPr/>
        </p:nvSpPr>
        <p:spPr>
          <a:xfrm>
            <a:off x="589193" y="74636"/>
            <a:ext cx="2860216" cy="457200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B3CAB742-96AC-C46F-D324-EB2F108CB7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828" y="120356"/>
            <a:ext cx="365760" cy="36576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696C3BB-F4C5-20E9-D9AC-9C53F2D91D3F}"/>
              </a:ext>
            </a:extLst>
          </p:cNvPr>
          <p:cNvSpPr/>
          <p:nvPr/>
        </p:nvSpPr>
        <p:spPr>
          <a:xfrm>
            <a:off x="0" y="0"/>
            <a:ext cx="4038603" cy="685799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Single gear with solid fill">
            <a:extLst>
              <a:ext uri="{FF2B5EF4-FFF2-40B4-BE49-F238E27FC236}">
                <a16:creationId xmlns:a16="http://schemas.microsoft.com/office/drawing/2014/main" id="{3ABC261E-84AC-3A44-579B-D894BF6748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20226" y="120356"/>
            <a:ext cx="365760" cy="3657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D59232F-8CB2-338C-E8EB-9AA07B33DB4A}"/>
              </a:ext>
            </a:extLst>
          </p:cNvPr>
          <p:cNvSpPr txBox="1"/>
          <p:nvPr/>
        </p:nvSpPr>
        <p:spPr>
          <a:xfrm>
            <a:off x="589192" y="127378"/>
            <a:ext cx="1390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ui-sans-serif"/>
              </a:rPr>
              <a:t>Al-Fatihah</a:t>
            </a:r>
            <a:endParaRPr lang="en-US" sz="14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D8E0B05-679D-1BC7-41CF-87CBB9C885C2}"/>
              </a:ext>
            </a:extLst>
          </p:cNvPr>
          <p:cNvSpPr/>
          <p:nvPr/>
        </p:nvSpPr>
        <p:spPr>
          <a:xfrm>
            <a:off x="2987768" y="120356"/>
            <a:ext cx="414904" cy="37609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2B40A0-DDF6-5439-E9C3-1A9B0CB7C9DC}"/>
              </a:ext>
            </a:extLst>
          </p:cNvPr>
          <p:cNvSpPr txBox="1"/>
          <p:nvPr/>
        </p:nvSpPr>
        <p:spPr>
          <a:xfrm>
            <a:off x="1656466" y="120356"/>
            <a:ext cx="8164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2000" dirty="0">
                <a:solidFill>
                  <a:schemeClr val="accent6">
                    <a:lumMod val="75000"/>
                  </a:schemeClr>
                </a:solidFill>
                <a:latin typeface="Amiri"/>
              </a:rPr>
              <a:t>الفاتحة</a:t>
            </a:r>
            <a:endParaRPr lang="en-US" sz="14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8E313C-2B20-692A-402D-F9BFEB370B32}"/>
              </a:ext>
            </a:extLst>
          </p:cNvPr>
          <p:cNvSpPr/>
          <p:nvPr/>
        </p:nvSpPr>
        <p:spPr>
          <a:xfrm>
            <a:off x="4050815" y="0"/>
            <a:ext cx="814118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FD2F80-367B-75DC-45B5-1CAA7B32D11D}"/>
              </a:ext>
            </a:extLst>
          </p:cNvPr>
          <p:cNvSpPr txBox="1"/>
          <p:nvPr/>
        </p:nvSpPr>
        <p:spPr>
          <a:xfrm>
            <a:off x="7421884" y="2643036"/>
            <a:ext cx="18485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Mobile</a:t>
            </a:r>
          </a:p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2711579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963278-1DF9-607D-072A-1D786C1A9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7BCD0B2-66C8-5B00-7BA2-D606BE25E9F5}"/>
              </a:ext>
            </a:extLst>
          </p:cNvPr>
          <p:cNvSpPr/>
          <p:nvPr/>
        </p:nvSpPr>
        <p:spPr>
          <a:xfrm>
            <a:off x="1042468" y="126328"/>
            <a:ext cx="4712873" cy="4226401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8B6F22-6482-F4A9-9871-83178EEC2D32}"/>
              </a:ext>
            </a:extLst>
          </p:cNvPr>
          <p:cNvSpPr txBox="1"/>
          <p:nvPr/>
        </p:nvSpPr>
        <p:spPr>
          <a:xfrm>
            <a:off x="1812664" y="4861875"/>
            <a:ext cx="609958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14" indent="-342914">
              <a:lnSpc>
                <a:spcPct val="150000"/>
              </a:lnSpc>
              <a:spcAft>
                <a:spcPts val="600"/>
              </a:spcAft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pPr marL="342914" indent="-342914"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Al-Baqarah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البقرة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E9C6B256-6D41-3E78-B20A-F092FBC2D1ED}"/>
              </a:ext>
            </a:extLst>
          </p:cNvPr>
          <p:cNvSpPr/>
          <p:nvPr/>
        </p:nvSpPr>
        <p:spPr>
          <a:xfrm>
            <a:off x="1108808" y="714490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D2C12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9438642-637D-B047-479F-803F6F62AEB2}"/>
              </a:ext>
            </a:extLst>
          </p:cNvPr>
          <p:cNvSpPr/>
          <p:nvPr/>
        </p:nvSpPr>
        <p:spPr>
          <a:xfrm>
            <a:off x="1376978" y="946673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CF5435-48FF-383F-4626-DF70DDE4E3A7}"/>
              </a:ext>
            </a:extLst>
          </p:cNvPr>
          <p:cNvSpPr txBox="1"/>
          <p:nvPr/>
        </p:nvSpPr>
        <p:spPr>
          <a:xfrm>
            <a:off x="1651298" y="786535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96ABEA-EDFE-A2F0-D5F0-A2539D3BA5CB}"/>
              </a:ext>
            </a:extLst>
          </p:cNvPr>
          <p:cNvSpPr txBox="1"/>
          <p:nvPr/>
        </p:nvSpPr>
        <p:spPr>
          <a:xfrm>
            <a:off x="1651298" y="1057843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603B6A96-BD37-E010-E177-9D03F2A86DC8}"/>
              </a:ext>
            </a:extLst>
          </p:cNvPr>
          <p:cNvSpPr/>
          <p:nvPr/>
        </p:nvSpPr>
        <p:spPr>
          <a:xfrm>
            <a:off x="4593515" y="963456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6F52C26-4563-7ADF-11B8-49E240A67CA3}"/>
              </a:ext>
            </a:extLst>
          </p:cNvPr>
          <p:cNvSpPr/>
          <p:nvPr/>
        </p:nvSpPr>
        <p:spPr>
          <a:xfrm>
            <a:off x="1376978" y="1756823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46D2E5C-47D4-B048-9311-00FEB9174CC3}"/>
              </a:ext>
            </a:extLst>
          </p:cNvPr>
          <p:cNvSpPr txBox="1"/>
          <p:nvPr/>
        </p:nvSpPr>
        <p:spPr>
          <a:xfrm>
            <a:off x="1651298" y="1596685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3FA8025-F3BF-E7C5-01FF-F390273D84C5}"/>
              </a:ext>
            </a:extLst>
          </p:cNvPr>
          <p:cNvSpPr txBox="1"/>
          <p:nvPr/>
        </p:nvSpPr>
        <p:spPr>
          <a:xfrm>
            <a:off x="1651298" y="1867993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14AA3D22-F5AA-70C8-F61B-E084FADB930D}"/>
              </a:ext>
            </a:extLst>
          </p:cNvPr>
          <p:cNvSpPr/>
          <p:nvPr/>
        </p:nvSpPr>
        <p:spPr>
          <a:xfrm>
            <a:off x="4593515" y="1773606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C33BF9B3-4AF3-5530-3610-12E566BD9D13}"/>
              </a:ext>
            </a:extLst>
          </p:cNvPr>
          <p:cNvSpPr/>
          <p:nvPr/>
        </p:nvSpPr>
        <p:spPr>
          <a:xfrm>
            <a:off x="1376978" y="2567554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633D31-379C-7ED9-A46B-6D976E124AFF}"/>
              </a:ext>
            </a:extLst>
          </p:cNvPr>
          <p:cNvSpPr txBox="1"/>
          <p:nvPr/>
        </p:nvSpPr>
        <p:spPr>
          <a:xfrm>
            <a:off x="1651298" y="2407416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0D60D58-1EC5-27B0-08AC-369CDC2D5EE8}"/>
              </a:ext>
            </a:extLst>
          </p:cNvPr>
          <p:cNvSpPr txBox="1"/>
          <p:nvPr/>
        </p:nvSpPr>
        <p:spPr>
          <a:xfrm>
            <a:off x="1651298" y="2678724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C7545BFA-697F-004A-9CBB-41BEE47497C2}"/>
              </a:ext>
            </a:extLst>
          </p:cNvPr>
          <p:cNvSpPr/>
          <p:nvPr/>
        </p:nvSpPr>
        <p:spPr>
          <a:xfrm>
            <a:off x="4593515" y="2584337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D8408A77-CCE6-DF5D-990F-D616D669A5FC}"/>
              </a:ext>
            </a:extLst>
          </p:cNvPr>
          <p:cNvSpPr/>
          <p:nvPr/>
        </p:nvSpPr>
        <p:spPr>
          <a:xfrm>
            <a:off x="6810360" y="907236"/>
            <a:ext cx="4712873" cy="4226401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208DCF6B-6117-E0F8-34A4-A604D1CF88B4}"/>
              </a:ext>
            </a:extLst>
          </p:cNvPr>
          <p:cNvSpPr/>
          <p:nvPr/>
        </p:nvSpPr>
        <p:spPr>
          <a:xfrm>
            <a:off x="6876700" y="1495398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D2C12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FADB03D5-AB34-D126-50C1-323DA752F1CD}"/>
              </a:ext>
            </a:extLst>
          </p:cNvPr>
          <p:cNvSpPr/>
          <p:nvPr/>
        </p:nvSpPr>
        <p:spPr>
          <a:xfrm>
            <a:off x="7144870" y="1727581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46F8AC4-8A4B-6C3C-1429-C64138301087}"/>
              </a:ext>
            </a:extLst>
          </p:cNvPr>
          <p:cNvSpPr txBox="1"/>
          <p:nvPr/>
        </p:nvSpPr>
        <p:spPr>
          <a:xfrm>
            <a:off x="7419190" y="1567443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Al-Fatihah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D295DB2-4DDA-9899-45A2-B1C177749D3F}"/>
              </a:ext>
            </a:extLst>
          </p:cNvPr>
          <p:cNvSpPr txBox="1"/>
          <p:nvPr/>
        </p:nvSpPr>
        <p:spPr>
          <a:xfrm>
            <a:off x="7419190" y="1838751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rgbClr val="00B050"/>
                </a:solidFill>
              </a:rPr>
              <a:t>الفاتحة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969C366-3E8C-16C7-C857-C2CF25D8EED1}"/>
              </a:ext>
            </a:extLst>
          </p:cNvPr>
          <p:cNvSpPr/>
          <p:nvPr/>
        </p:nvSpPr>
        <p:spPr>
          <a:xfrm>
            <a:off x="10361407" y="1744364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413DC18C-D4EB-F81E-21B9-AF22747EA317}"/>
              </a:ext>
            </a:extLst>
          </p:cNvPr>
          <p:cNvSpPr/>
          <p:nvPr/>
        </p:nvSpPr>
        <p:spPr>
          <a:xfrm>
            <a:off x="7144870" y="2537731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B72C362-A870-37E7-0C96-A0F73E674B39}"/>
              </a:ext>
            </a:extLst>
          </p:cNvPr>
          <p:cNvSpPr txBox="1"/>
          <p:nvPr/>
        </p:nvSpPr>
        <p:spPr>
          <a:xfrm>
            <a:off x="7419190" y="2377593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4F2A546-16F5-B594-D864-B65F10DF43C8}"/>
              </a:ext>
            </a:extLst>
          </p:cNvPr>
          <p:cNvSpPr txBox="1"/>
          <p:nvPr/>
        </p:nvSpPr>
        <p:spPr>
          <a:xfrm>
            <a:off x="7419190" y="2648901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3CE11C5E-63F9-581E-C5F4-BDD07C58E436}"/>
              </a:ext>
            </a:extLst>
          </p:cNvPr>
          <p:cNvSpPr/>
          <p:nvPr/>
        </p:nvSpPr>
        <p:spPr>
          <a:xfrm>
            <a:off x="10361407" y="2554514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D6F0592-C044-6EE5-253C-E2CD2D596811}"/>
              </a:ext>
            </a:extLst>
          </p:cNvPr>
          <p:cNvSpPr/>
          <p:nvPr/>
        </p:nvSpPr>
        <p:spPr>
          <a:xfrm>
            <a:off x="7144870" y="3348462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F4EB220-5841-0A23-8AD7-A43526C31C32}"/>
              </a:ext>
            </a:extLst>
          </p:cNvPr>
          <p:cNvSpPr txBox="1"/>
          <p:nvPr/>
        </p:nvSpPr>
        <p:spPr>
          <a:xfrm>
            <a:off x="7419190" y="3188324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35C1A99-6E68-46A8-078C-2E6D00043B24}"/>
              </a:ext>
            </a:extLst>
          </p:cNvPr>
          <p:cNvSpPr txBox="1"/>
          <p:nvPr/>
        </p:nvSpPr>
        <p:spPr>
          <a:xfrm>
            <a:off x="7419190" y="3459632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2BF08352-EEAD-757B-BD3A-12B2CA5B89D9}"/>
              </a:ext>
            </a:extLst>
          </p:cNvPr>
          <p:cNvSpPr/>
          <p:nvPr/>
        </p:nvSpPr>
        <p:spPr>
          <a:xfrm>
            <a:off x="10361407" y="3365245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95738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476</TotalTime>
  <Words>112</Words>
  <Application>Microsoft Macintosh PowerPoint</Application>
  <PresentationFormat>Widescreen</PresentationFormat>
  <Paragraphs>63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Amiri</vt:lpstr>
      <vt:lpstr>ui-sans-serif</vt:lpstr>
      <vt:lpstr>Arial</vt:lpstr>
      <vt:lpstr>Calibri</vt:lpstr>
      <vt:lpstr>Calibri Light</vt:lpstr>
      <vt:lpstr>JetBrains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JAKIR HUSSAIN</dc:creator>
  <cp:lastModifiedBy>JAKIR HUSSAIN</cp:lastModifiedBy>
  <cp:revision>4</cp:revision>
  <dcterms:created xsi:type="dcterms:W3CDTF">2025-11-20T07:31:52Z</dcterms:created>
  <dcterms:modified xsi:type="dcterms:W3CDTF">2025-11-20T15:28:43Z</dcterms:modified>
</cp:coreProperties>
</file>