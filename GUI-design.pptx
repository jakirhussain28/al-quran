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0" r:id="rId3"/>
    <p:sldId id="261" r:id="rId4"/>
    <p:sldId id="258" r:id="rId5"/>
    <p:sldId id="263" r:id="rId6"/>
    <p:sldId id="259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2C12"/>
    <a:srgbClr val="161618"/>
    <a:srgbClr val="203214"/>
    <a:srgbClr val="2426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01"/>
    <p:restoredTop sz="94716"/>
  </p:normalViewPr>
  <p:slideViewPr>
    <p:cSldViewPr snapToGrid="0">
      <p:cViewPr varScale="1">
        <p:scale>
          <a:sx n="119" d="100"/>
          <a:sy n="119" d="100"/>
        </p:scale>
        <p:origin x="2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8:01:05.696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CD573-D599-2847-BBDA-6BFAA524DB5F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DE004-1C1C-C548-8FF1-8095E89201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41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A1AD4-1BCE-34D3-C545-EA01C7FD1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4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42C99-16F7-05EC-B366-1830DA67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4" y="3602038"/>
            <a:ext cx="9144000" cy="1655762"/>
          </a:xfrm>
        </p:spPr>
        <p:txBody>
          <a:bodyPr/>
          <a:lstStyle>
            <a:lvl1pPr marL="0" indent="0" algn="ctr">
              <a:buNone/>
              <a:defRPr sz="2401"/>
            </a:lvl1pPr>
            <a:lvl2pPr marL="457220" indent="0" algn="ctr">
              <a:buNone/>
              <a:defRPr sz="2001"/>
            </a:lvl2pPr>
            <a:lvl3pPr marL="914438" indent="0" algn="ctr">
              <a:buNone/>
              <a:defRPr sz="1800"/>
            </a:lvl3pPr>
            <a:lvl4pPr marL="1371656" indent="0" algn="ctr">
              <a:buNone/>
              <a:defRPr sz="1601"/>
            </a:lvl4pPr>
            <a:lvl5pPr marL="1828875" indent="0" algn="ctr">
              <a:buNone/>
              <a:defRPr sz="1601"/>
            </a:lvl5pPr>
            <a:lvl6pPr marL="2286094" indent="0" algn="ctr">
              <a:buNone/>
              <a:defRPr sz="1601"/>
            </a:lvl6pPr>
            <a:lvl7pPr marL="2743313" indent="0" algn="ctr">
              <a:buNone/>
              <a:defRPr sz="1601"/>
            </a:lvl7pPr>
            <a:lvl8pPr marL="3200530" indent="0" algn="ctr">
              <a:buNone/>
              <a:defRPr sz="1601"/>
            </a:lvl8pPr>
            <a:lvl9pPr marL="3657749" indent="0" algn="ctr">
              <a:buNone/>
              <a:defRPr sz="160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20ABE-5E33-2340-D487-AA444331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56EF-C371-2B61-9080-E48546CD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079C4-7242-6B2C-6E9C-600E66E5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412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F644-76CF-F027-DEAE-107ED7BA6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5986F-4BDE-8079-212F-391F4750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86696-0D65-5205-D052-0305B495E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23AE9-14C4-BA0B-7F74-D442949E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8A399-F0F5-BE85-178D-8484876C5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2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DD2-7D1E-E8C3-64EB-C4429E5A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1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FFB17-C58A-F1AD-817C-D5E482A52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6"/>
            <a:ext cx="10515601" cy="1500187"/>
          </a:xfr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75000"/>
                  </a:schemeClr>
                </a:solidFill>
              </a:defRPr>
            </a:lvl1pPr>
            <a:lvl2pPr marL="457220" indent="0">
              <a:buNone/>
              <a:defRPr sz="2001">
                <a:solidFill>
                  <a:schemeClr val="tx1">
                    <a:tint val="75000"/>
                  </a:schemeClr>
                </a:solidFill>
              </a:defRPr>
            </a:lvl2pPr>
            <a:lvl3pPr marL="91443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56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4pPr>
            <a:lvl5pPr marL="1828875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5pPr>
            <a:lvl6pPr marL="2286094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6pPr>
            <a:lvl7pPr marL="2743313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7pPr>
            <a:lvl8pPr marL="3200530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8pPr>
            <a:lvl9pPr marL="3657749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2C44F-EA82-05C9-1DC2-CC4B852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DB4A-CCEF-A360-A9FF-8BC6BD083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5E683-B90D-8C7B-5FF4-60192A297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858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1883-D112-7EE2-3EB9-0473258D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00CB-50C2-9236-A621-A47C5F418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3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3FE6B-B416-7756-2B3C-AD3273135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40D7C-E2FB-D552-D3D7-28723E2A2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5A17D-CBF4-F2BB-967B-40C80536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0FF27-F811-B213-94E5-078F6C1B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1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BA56-5A3E-7D72-D6EF-DFE1306F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95CA7-110B-3176-9D76-D3DE0D9DD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6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F9BA7-1AAF-202A-05E5-A6D80A741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389B2-8A2E-2561-FA60-C694BDD56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7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D8E83-3233-8BA2-33E4-7B71800BB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7441A5-2441-0683-9510-2B71B3CD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C9567-5F08-8DD8-B58A-EBECA271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437D3-66D1-24AE-DC82-A1A0A16B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E3BC0-DF50-3B9D-8BB5-DDEC12A5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1405A8-643D-2B9E-D93E-BCFD6A0E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D9E45-17CE-0391-FCC0-BFFEB6EE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7220F-7B6D-4843-103D-9AC5C5BE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6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80C9C-306A-6CBD-CDD7-729A8CCA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C826BD-F39A-E4AD-4211-8B2D3A1C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0164C-9B27-3547-1DDC-BEEC028D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9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2CE6-6917-C4C7-C1A4-A09E48BB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918C-EA6C-C3F5-D8CC-D853DD728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EBD7B-7816-9CA9-1AA1-7D7207B05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49C38-308C-21EA-DC84-178B005A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5DD8-1880-A485-77F9-911FC30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6AC7E-B905-A857-C41B-5661AAEA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70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9C98-5676-BD89-D7EC-2547A740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7329C-87A9-A1AB-7993-09460152A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220" indent="0">
              <a:buNone/>
              <a:defRPr sz="2799"/>
            </a:lvl2pPr>
            <a:lvl3pPr marL="914438" indent="0">
              <a:buNone/>
              <a:defRPr sz="2401"/>
            </a:lvl3pPr>
            <a:lvl4pPr marL="1371656" indent="0">
              <a:buNone/>
              <a:defRPr sz="2001"/>
            </a:lvl4pPr>
            <a:lvl5pPr marL="1828875" indent="0">
              <a:buNone/>
              <a:defRPr sz="2001"/>
            </a:lvl5pPr>
            <a:lvl6pPr marL="2286094" indent="0">
              <a:buNone/>
              <a:defRPr sz="2001"/>
            </a:lvl6pPr>
            <a:lvl7pPr marL="2743313" indent="0">
              <a:buNone/>
              <a:defRPr sz="2001"/>
            </a:lvl7pPr>
            <a:lvl8pPr marL="3200530" indent="0">
              <a:buNone/>
              <a:defRPr sz="2001"/>
            </a:lvl8pPr>
            <a:lvl9pPr marL="3657749" indent="0">
              <a:buNone/>
              <a:defRPr sz="2001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5A1EC-69AB-EEC8-4084-B3FB4F4E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87A59-8C99-BD2C-F323-3BCD42B3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B9C4-B90D-1536-1D0F-E3B05595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8CA06-4615-0348-AA3D-660807CD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73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C6C-6F67-D4DD-0A10-444A9458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DB3D1-E809-EF3F-ED30-777D24972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C5DEF-390E-7766-2594-C27A47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BA7A8-BAED-F900-26F4-42A8E04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02168-2A29-1BB3-20F2-38C265A7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26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A812CB-5E10-00CE-2FEC-AD9AE8B2C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643AD-23EC-7A5E-90F9-1D9F58D5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5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89997-7A02-E600-623D-C0EE4423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873D1-CA74-3B1A-EDD3-609D46848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DF8DF-6F7E-80FE-0F52-4891BE2E7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08075-26DE-FF9F-33A7-EF4D8C52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BA884-92A3-12FA-7DF4-5F0A1993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6944C-BFD4-3CB2-329B-F5FAF06D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5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B4F2-0016-3BF2-52FE-ED146DCC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3"/>
            <a:ext cx="4114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AD4C2-E508-EF57-7E0C-29DF998B6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6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8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82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7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6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83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04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22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41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5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8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6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75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94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13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3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49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38726C-16D4-7355-52BA-0F129C2DC993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F2B0AB-8A61-1A09-1746-C5551C9F56DB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025B87E2-5E12-DBDA-B048-F63CF8F0D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14:cNvPr>
              <p14:cNvContentPartPr/>
              <p14:nvPr/>
            </p14:nvContentPartPr>
            <p14:xfrm rot="21265090">
              <a:off x="2483599" y="782687"/>
              <a:ext cx="2437920" cy="2338921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1265090">
                <a:off x="2464519" y="763607"/>
                <a:ext cx="2475720" cy="2376361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50377CF-B618-CBDB-335B-61DF317C5318}"/>
              </a:ext>
            </a:extLst>
          </p:cNvPr>
          <p:cNvSpPr txBox="1"/>
          <p:nvPr/>
        </p:nvSpPr>
        <p:spPr>
          <a:xfrm>
            <a:off x="1813772" y="3234628"/>
            <a:ext cx="21463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Hover in this area </a:t>
            </a:r>
          </a:p>
          <a:p>
            <a:r>
              <a:rPr lang="en-US" dirty="0">
                <a:solidFill>
                  <a:schemeClr val="bg1"/>
                </a:solidFill>
              </a:rPr>
              <a:t>to list down chapters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A2924-6946-EC56-4A74-9B34AB6EC3F2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129B5BEA-B1F0-63BF-27E8-9C1A57B84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272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7C3B0-14D5-B449-CC10-121AA88D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D0626A-A3B3-EC07-723F-CD92FAD6F7EE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76058F1-6802-1A0D-ABA9-3DCC85631F0C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7D0A3-0581-1419-F5C9-3ED1A706CCAB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" name="Graphic 1" descr="Single gear with solid fill">
            <a:extLst>
              <a:ext uri="{FF2B5EF4-FFF2-40B4-BE49-F238E27FC236}">
                <a16:creationId xmlns:a16="http://schemas.microsoft.com/office/drawing/2014/main" id="{937F7179-CE0B-272B-4E8F-350E8FE7F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DB75E55-1A7F-08C1-4DA1-E5E3C7F35A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96468A-D392-1D27-C2E2-6345AD876F6C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82626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EBFE-A824-0A9B-D944-5442C16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3F9C4A-0404-CCD6-53AC-DEEAFEED23B0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0720C-6617-1B7B-0A17-6BF194866374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6702025-145F-6792-B1F8-0B1E0D713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F3DDCC-A4FB-4992-FB24-89000052EA14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C2C5DD6C-5923-DBD6-F811-FD402FBC6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4A3F5D-43AA-FEC8-E8F2-55AB78DE64BB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7D3CC8-5AE1-AE73-A0D6-004CBA326912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29381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98BE3-F77F-229F-7D4A-A332B957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D6378-4ABF-DF88-CB39-18D35914B9F2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41D6CF-6649-7738-9CE1-BDE109E90CE4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2EBE81F-DE71-8B75-F261-EF06AE19BE62}"/>
              </a:ext>
            </a:extLst>
          </p:cNvPr>
          <p:cNvSpPr/>
          <p:nvPr/>
        </p:nvSpPr>
        <p:spPr>
          <a:xfrm>
            <a:off x="4038603" y="56256"/>
            <a:ext cx="4114801" cy="6457691"/>
          </a:xfrm>
          <a:prstGeom prst="roundRect">
            <a:avLst>
              <a:gd name="adj" fmla="val 5322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	</a:t>
            </a: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09BA9C7-396B-303F-8175-72013AB554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6F86020-B3D0-1C4C-216A-3DFDF5834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5ECF253-F9D5-E097-95E4-136E231F6099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16162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2CB59-49E1-9539-C902-26EA0DED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1D32C9-6B5E-03C5-499F-9EDB39332D5C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CF563-E6AC-84CD-8DE5-F75563004257}"/>
              </a:ext>
            </a:extLst>
          </p:cNvPr>
          <p:cNvSpPr/>
          <p:nvPr/>
        </p:nvSpPr>
        <p:spPr>
          <a:xfrm>
            <a:off x="4050815" y="247426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C4492F-CEAE-C9D5-A14C-BFB5ECB778AE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9296E200-461B-E691-09E9-931588616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616DCA-066B-54A8-58CB-DD29F02E445E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4A1FA5-0B34-1423-E5FD-33BA9014F599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80361776-7AAA-773B-C191-96A723FDBE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0D2428-99CC-7554-3B12-E4CE99865DBF}"/>
              </a:ext>
            </a:extLst>
          </p:cNvPr>
          <p:cNvSpPr/>
          <p:nvPr/>
        </p:nvSpPr>
        <p:spPr>
          <a:xfrm>
            <a:off x="601406" y="87415"/>
            <a:ext cx="2860216" cy="3755950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0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61C7E-F19C-2FEB-266F-B8F7BE86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C07A37-4ACE-D72D-EA94-93A41EEFA7DB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949C-9C3D-4D5E-5DD1-2F56E63AFCC0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D607F17-690C-278F-31B8-FAFA8DC5FD3C}"/>
              </a:ext>
            </a:extLst>
          </p:cNvPr>
          <p:cNvSpPr/>
          <p:nvPr/>
        </p:nvSpPr>
        <p:spPr>
          <a:xfrm>
            <a:off x="2612572" y="6007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D37614-DA92-FAD3-7D8D-A84BEC28D3B9}"/>
              </a:ext>
            </a:extLst>
          </p:cNvPr>
          <p:cNvSpPr txBox="1"/>
          <p:nvPr/>
        </p:nvSpPr>
        <p:spPr>
          <a:xfrm>
            <a:off x="2862944" y="11566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7F1B6C-E0DF-0051-BD49-A6381468FB4A}"/>
              </a:ext>
            </a:extLst>
          </p:cNvPr>
          <p:cNvSpPr/>
          <p:nvPr/>
        </p:nvSpPr>
        <p:spPr>
          <a:xfrm>
            <a:off x="8414658" y="118849"/>
            <a:ext cx="1088573" cy="36576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60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45CCA-B5F8-FDB1-D5CA-0D84573124CA}"/>
              </a:ext>
            </a:extLst>
          </p:cNvPr>
          <p:cNvSpPr txBox="1"/>
          <p:nvPr/>
        </p:nvSpPr>
        <p:spPr>
          <a:xfrm>
            <a:off x="5540828" y="11567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54281594-3E48-EAD2-399A-E1DF61687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BAF2174-2EC0-BC60-EB4A-39D39B7DF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2247A3-C1FB-F5B7-336F-DDA33385E421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30082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004CB-D682-0A70-498F-555D2E94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CC334D-8CC0-5BF8-2052-1B4312155A01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5FF711-1A39-6938-D7A5-BCE12044FB0F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3CAB742-96AC-C46F-D324-EB2F108CB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696C3BB-F4C5-20E9-D9AC-9C53F2D91D3F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3ABC261E-84AC-3A44-579B-D894BF674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59232F-8CB2-338C-E8EB-9AA07B33DB4A}"/>
              </a:ext>
            </a:extLst>
          </p:cNvPr>
          <p:cNvSpPr txBox="1"/>
          <p:nvPr/>
        </p:nvSpPr>
        <p:spPr>
          <a:xfrm>
            <a:off x="589192" y="12737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8E0B05-679D-1BC7-41CF-87CBB9C885C2}"/>
              </a:ext>
            </a:extLst>
          </p:cNvPr>
          <p:cNvSpPr/>
          <p:nvPr/>
        </p:nvSpPr>
        <p:spPr>
          <a:xfrm>
            <a:off x="2987768" y="12035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B40A0-DDF6-5439-E9C3-1A9B0CB7C9DC}"/>
              </a:ext>
            </a:extLst>
          </p:cNvPr>
          <p:cNvSpPr txBox="1"/>
          <p:nvPr/>
        </p:nvSpPr>
        <p:spPr>
          <a:xfrm>
            <a:off x="1656466" y="12035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8E313C-2B20-692A-402D-F9BFEB370B32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D2F80-367B-75DC-45B5-1CAA7B32D11D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711579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63278-1DF9-607D-072A-1D786C1A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7BCD0B2-66C8-5B00-7BA2-D606BE25E9F5}"/>
              </a:ext>
            </a:extLst>
          </p:cNvPr>
          <p:cNvSpPr/>
          <p:nvPr/>
        </p:nvSpPr>
        <p:spPr>
          <a:xfrm>
            <a:off x="1042468" y="126328"/>
            <a:ext cx="4712873" cy="4226401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8B6F22-6482-F4A9-9871-83178EEC2D32}"/>
              </a:ext>
            </a:extLst>
          </p:cNvPr>
          <p:cNvSpPr txBox="1"/>
          <p:nvPr/>
        </p:nvSpPr>
        <p:spPr>
          <a:xfrm>
            <a:off x="1812664" y="4861875"/>
            <a:ext cx="60995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9C6B256-6D41-3E78-B20A-F092FBC2D1ED}"/>
              </a:ext>
            </a:extLst>
          </p:cNvPr>
          <p:cNvSpPr/>
          <p:nvPr/>
        </p:nvSpPr>
        <p:spPr>
          <a:xfrm>
            <a:off x="1108808" y="71449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9438642-637D-B047-479F-803F6F62AEB2}"/>
              </a:ext>
            </a:extLst>
          </p:cNvPr>
          <p:cNvSpPr/>
          <p:nvPr/>
        </p:nvSpPr>
        <p:spPr>
          <a:xfrm>
            <a:off x="1376978" y="94667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F5435-48FF-383F-4626-DF70DDE4E3A7}"/>
              </a:ext>
            </a:extLst>
          </p:cNvPr>
          <p:cNvSpPr txBox="1"/>
          <p:nvPr/>
        </p:nvSpPr>
        <p:spPr>
          <a:xfrm>
            <a:off x="1651298" y="78653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6ABEA-EDFE-A2F0-D5F0-A2539D3BA5CB}"/>
              </a:ext>
            </a:extLst>
          </p:cNvPr>
          <p:cNvSpPr txBox="1"/>
          <p:nvPr/>
        </p:nvSpPr>
        <p:spPr>
          <a:xfrm>
            <a:off x="1651298" y="105784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03B6A96-BD37-E010-E177-9D03F2A86DC8}"/>
              </a:ext>
            </a:extLst>
          </p:cNvPr>
          <p:cNvSpPr/>
          <p:nvPr/>
        </p:nvSpPr>
        <p:spPr>
          <a:xfrm>
            <a:off x="4593515" y="96345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6F52C26-4563-7ADF-11B8-49E240A67CA3}"/>
              </a:ext>
            </a:extLst>
          </p:cNvPr>
          <p:cNvSpPr/>
          <p:nvPr/>
        </p:nvSpPr>
        <p:spPr>
          <a:xfrm>
            <a:off x="1376978" y="175682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6D2E5C-47D4-B048-9311-00FEB9174CC3}"/>
              </a:ext>
            </a:extLst>
          </p:cNvPr>
          <p:cNvSpPr txBox="1"/>
          <p:nvPr/>
        </p:nvSpPr>
        <p:spPr>
          <a:xfrm>
            <a:off x="1651298" y="159668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FA8025-F3BF-E7C5-01FF-F390273D84C5}"/>
              </a:ext>
            </a:extLst>
          </p:cNvPr>
          <p:cNvSpPr txBox="1"/>
          <p:nvPr/>
        </p:nvSpPr>
        <p:spPr>
          <a:xfrm>
            <a:off x="1651298" y="186799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4AA3D22-F5AA-70C8-F61B-E084FADB930D}"/>
              </a:ext>
            </a:extLst>
          </p:cNvPr>
          <p:cNvSpPr/>
          <p:nvPr/>
        </p:nvSpPr>
        <p:spPr>
          <a:xfrm>
            <a:off x="4593515" y="177360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3BF9B3-4AF3-5530-3610-12E566BD9D13}"/>
              </a:ext>
            </a:extLst>
          </p:cNvPr>
          <p:cNvSpPr/>
          <p:nvPr/>
        </p:nvSpPr>
        <p:spPr>
          <a:xfrm>
            <a:off x="1376978" y="2567554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633D31-379C-7ED9-A46B-6D976E124AFF}"/>
              </a:ext>
            </a:extLst>
          </p:cNvPr>
          <p:cNvSpPr txBox="1"/>
          <p:nvPr/>
        </p:nvSpPr>
        <p:spPr>
          <a:xfrm>
            <a:off x="1651298" y="2407416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D60D58-1EC5-27B0-08AC-369CDC2D5EE8}"/>
              </a:ext>
            </a:extLst>
          </p:cNvPr>
          <p:cNvSpPr txBox="1"/>
          <p:nvPr/>
        </p:nvSpPr>
        <p:spPr>
          <a:xfrm>
            <a:off x="1651298" y="2678724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545BFA-697F-004A-9CBB-41BEE47497C2}"/>
              </a:ext>
            </a:extLst>
          </p:cNvPr>
          <p:cNvSpPr/>
          <p:nvPr/>
        </p:nvSpPr>
        <p:spPr>
          <a:xfrm>
            <a:off x="4593515" y="2584337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8408A77-CCE6-DF5D-990F-D616D669A5FC}"/>
              </a:ext>
            </a:extLst>
          </p:cNvPr>
          <p:cNvSpPr/>
          <p:nvPr/>
        </p:nvSpPr>
        <p:spPr>
          <a:xfrm>
            <a:off x="6810360" y="907236"/>
            <a:ext cx="4712873" cy="4226401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08DCF6B-6117-E0F8-34A4-A604D1CF88B4}"/>
              </a:ext>
            </a:extLst>
          </p:cNvPr>
          <p:cNvSpPr/>
          <p:nvPr/>
        </p:nvSpPr>
        <p:spPr>
          <a:xfrm>
            <a:off x="6876700" y="1495398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ADB03D5-AB34-D126-50C1-323DA752F1CD}"/>
              </a:ext>
            </a:extLst>
          </p:cNvPr>
          <p:cNvSpPr/>
          <p:nvPr/>
        </p:nvSpPr>
        <p:spPr>
          <a:xfrm>
            <a:off x="7144870" y="172758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6F8AC4-8A4B-6C3C-1429-C64138301087}"/>
              </a:ext>
            </a:extLst>
          </p:cNvPr>
          <p:cNvSpPr txBox="1"/>
          <p:nvPr/>
        </p:nvSpPr>
        <p:spPr>
          <a:xfrm>
            <a:off x="7419190" y="156744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295DB2-4DDA-9899-45A2-B1C177749D3F}"/>
              </a:ext>
            </a:extLst>
          </p:cNvPr>
          <p:cNvSpPr txBox="1"/>
          <p:nvPr/>
        </p:nvSpPr>
        <p:spPr>
          <a:xfrm>
            <a:off x="7419190" y="183875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969C366-3E8C-16C7-C857-C2CF25D8EED1}"/>
              </a:ext>
            </a:extLst>
          </p:cNvPr>
          <p:cNvSpPr/>
          <p:nvPr/>
        </p:nvSpPr>
        <p:spPr>
          <a:xfrm>
            <a:off x="10361407" y="174436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3DC18C-D4EB-F81E-21B9-AF22747EA317}"/>
              </a:ext>
            </a:extLst>
          </p:cNvPr>
          <p:cNvSpPr/>
          <p:nvPr/>
        </p:nvSpPr>
        <p:spPr>
          <a:xfrm>
            <a:off x="7144870" y="253773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72C362-A870-37E7-0C96-A0F73E674B39}"/>
              </a:ext>
            </a:extLst>
          </p:cNvPr>
          <p:cNvSpPr txBox="1"/>
          <p:nvPr/>
        </p:nvSpPr>
        <p:spPr>
          <a:xfrm>
            <a:off x="7419190" y="237759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2A546-16F5-B594-D864-B65F10DF43C8}"/>
              </a:ext>
            </a:extLst>
          </p:cNvPr>
          <p:cNvSpPr txBox="1"/>
          <p:nvPr/>
        </p:nvSpPr>
        <p:spPr>
          <a:xfrm>
            <a:off x="7419190" y="264890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CE11C5E-63F9-581E-C5F4-BDD07C58E436}"/>
              </a:ext>
            </a:extLst>
          </p:cNvPr>
          <p:cNvSpPr/>
          <p:nvPr/>
        </p:nvSpPr>
        <p:spPr>
          <a:xfrm>
            <a:off x="10361407" y="255451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6F0592-C044-6EE5-253C-E2CD2D596811}"/>
              </a:ext>
            </a:extLst>
          </p:cNvPr>
          <p:cNvSpPr/>
          <p:nvPr/>
        </p:nvSpPr>
        <p:spPr>
          <a:xfrm>
            <a:off x="7144870" y="3348462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4EB220-5841-0A23-8AD7-A43526C31C32}"/>
              </a:ext>
            </a:extLst>
          </p:cNvPr>
          <p:cNvSpPr txBox="1"/>
          <p:nvPr/>
        </p:nvSpPr>
        <p:spPr>
          <a:xfrm>
            <a:off x="7419190" y="3188324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5C1A99-6E68-46A8-078C-2E6D00043B24}"/>
              </a:ext>
            </a:extLst>
          </p:cNvPr>
          <p:cNvSpPr txBox="1"/>
          <p:nvPr/>
        </p:nvSpPr>
        <p:spPr>
          <a:xfrm>
            <a:off x="7419190" y="3459632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BF08352-EEAD-757B-BD3A-12B2CA5B89D9}"/>
              </a:ext>
            </a:extLst>
          </p:cNvPr>
          <p:cNvSpPr/>
          <p:nvPr/>
        </p:nvSpPr>
        <p:spPr>
          <a:xfrm>
            <a:off x="10361407" y="3365245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957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56571-7176-D455-D77D-D9239B297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B01818D-E65D-1269-BF6F-1EBEC34D3851}"/>
              </a:ext>
            </a:extLst>
          </p:cNvPr>
          <p:cNvSpPr/>
          <p:nvPr/>
        </p:nvSpPr>
        <p:spPr>
          <a:xfrm>
            <a:off x="108344" y="100412"/>
            <a:ext cx="4712873" cy="4226401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FE68611-6521-4885-1693-71E3EBE3141F}"/>
              </a:ext>
            </a:extLst>
          </p:cNvPr>
          <p:cNvSpPr/>
          <p:nvPr/>
        </p:nvSpPr>
        <p:spPr>
          <a:xfrm>
            <a:off x="174684" y="688574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1C541C7-6769-3335-FF07-AB6353748375}"/>
              </a:ext>
            </a:extLst>
          </p:cNvPr>
          <p:cNvSpPr/>
          <p:nvPr/>
        </p:nvSpPr>
        <p:spPr>
          <a:xfrm>
            <a:off x="442854" y="920757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CE0727-637F-FC77-2DE0-BA88AFE38017}"/>
              </a:ext>
            </a:extLst>
          </p:cNvPr>
          <p:cNvSpPr txBox="1"/>
          <p:nvPr/>
        </p:nvSpPr>
        <p:spPr>
          <a:xfrm>
            <a:off x="717174" y="760619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08B3BA-9524-9156-F166-0BFE5695F2BD}"/>
              </a:ext>
            </a:extLst>
          </p:cNvPr>
          <p:cNvSpPr txBox="1"/>
          <p:nvPr/>
        </p:nvSpPr>
        <p:spPr>
          <a:xfrm>
            <a:off x="717174" y="1031927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3850DF6-7A0F-7CB2-3512-AEC55CD71708}"/>
              </a:ext>
            </a:extLst>
          </p:cNvPr>
          <p:cNvSpPr/>
          <p:nvPr/>
        </p:nvSpPr>
        <p:spPr>
          <a:xfrm>
            <a:off x="3659391" y="937540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0E9096D-0121-D085-BB2D-2294D6E90CF1}"/>
              </a:ext>
            </a:extLst>
          </p:cNvPr>
          <p:cNvSpPr/>
          <p:nvPr/>
        </p:nvSpPr>
        <p:spPr>
          <a:xfrm>
            <a:off x="442854" y="1730907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B2D6040-3667-921A-3493-A006B41B56DD}"/>
              </a:ext>
            </a:extLst>
          </p:cNvPr>
          <p:cNvSpPr txBox="1"/>
          <p:nvPr/>
        </p:nvSpPr>
        <p:spPr>
          <a:xfrm>
            <a:off x="717174" y="1570769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4A514F-F03F-08B5-9B1A-142E1F5536DF}"/>
              </a:ext>
            </a:extLst>
          </p:cNvPr>
          <p:cNvSpPr txBox="1"/>
          <p:nvPr/>
        </p:nvSpPr>
        <p:spPr>
          <a:xfrm>
            <a:off x="717174" y="1842077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3F0BC30-F3A2-2BA2-6280-96C7BCBF7ED4}"/>
              </a:ext>
            </a:extLst>
          </p:cNvPr>
          <p:cNvSpPr/>
          <p:nvPr/>
        </p:nvSpPr>
        <p:spPr>
          <a:xfrm>
            <a:off x="3659391" y="1747690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211FD56-B15B-48EA-60B9-785EC1AD7E96}"/>
              </a:ext>
            </a:extLst>
          </p:cNvPr>
          <p:cNvSpPr/>
          <p:nvPr/>
        </p:nvSpPr>
        <p:spPr>
          <a:xfrm>
            <a:off x="442854" y="2541638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9990DA-FD12-CE9E-3F35-EAF64E53891E}"/>
              </a:ext>
            </a:extLst>
          </p:cNvPr>
          <p:cNvSpPr txBox="1"/>
          <p:nvPr/>
        </p:nvSpPr>
        <p:spPr>
          <a:xfrm>
            <a:off x="717174" y="2381500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FEA237-DE79-580C-2596-C65C6EA26A18}"/>
              </a:ext>
            </a:extLst>
          </p:cNvPr>
          <p:cNvSpPr txBox="1"/>
          <p:nvPr/>
        </p:nvSpPr>
        <p:spPr>
          <a:xfrm>
            <a:off x="717174" y="2652808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05803B40-90FA-0BAB-D439-EEA6B7B53EF5}"/>
              </a:ext>
            </a:extLst>
          </p:cNvPr>
          <p:cNvSpPr/>
          <p:nvPr/>
        </p:nvSpPr>
        <p:spPr>
          <a:xfrm>
            <a:off x="3659391" y="2558421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011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611</TotalTime>
  <Words>129</Words>
  <Application>Microsoft Macintosh PowerPoint</Application>
  <PresentationFormat>Widescreen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Amiri</vt:lpstr>
      <vt:lpstr>ui-sans-serif</vt:lpstr>
      <vt:lpstr>Arial</vt:lpstr>
      <vt:lpstr>Calibri</vt:lpstr>
      <vt:lpstr>Calibri Light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JAKIR HUSSAIN</dc:creator>
  <cp:lastModifiedBy>JAKIR HUSSAIN</cp:lastModifiedBy>
  <cp:revision>5</cp:revision>
  <dcterms:created xsi:type="dcterms:W3CDTF">2025-11-20T07:31:52Z</dcterms:created>
  <dcterms:modified xsi:type="dcterms:W3CDTF">2025-11-20T17:43:44Z</dcterms:modified>
</cp:coreProperties>
</file>