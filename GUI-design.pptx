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6" r:id="rId2"/>
    <p:sldId id="256" r:id="rId3"/>
    <p:sldId id="261" r:id="rId4"/>
    <p:sldId id="258" r:id="rId5"/>
    <p:sldId id="263" r:id="rId6"/>
    <p:sldId id="259" r:id="rId7"/>
    <p:sldId id="262" r:id="rId8"/>
    <p:sldId id="264" r:id="rId9"/>
    <p:sldId id="268" r:id="rId10"/>
    <p:sldId id="269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313D"/>
    <a:srgbClr val="1E1E20"/>
    <a:srgbClr val="06B050"/>
    <a:srgbClr val="1B2826"/>
    <a:srgbClr val="1A2810"/>
    <a:srgbClr val="203214"/>
    <a:srgbClr val="404040"/>
    <a:srgbClr val="1D2C12"/>
    <a:srgbClr val="161618"/>
    <a:srgbClr val="2426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86"/>
    <p:restoredTop sz="94716"/>
  </p:normalViewPr>
  <p:slideViewPr>
    <p:cSldViewPr snapToGrid="0">
      <p:cViewPr>
        <p:scale>
          <a:sx n="110" d="100"/>
          <a:sy n="110" d="100"/>
        </p:scale>
        <p:origin x="696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08:01:05.696"/>
    </inkml:context>
    <inkml:brush xml:id="br0">
      <inkml:brushProperty name="width" value="0.10583" units="cm"/>
      <inkml:brushProperty name="height" value="0.10583" units="cm"/>
      <inkml:brushProperty name="color" value="#FFFFFF"/>
    </inkml:brush>
  </inkml:definitions>
  <inkml:trace contextRef="#ctx0" brushRef="#br0">0 6497 8027,'20'-74'0,"-4"27"0,3-2 0,-3 0 0,3-1 0,8-8 0,4-5 0,-3 6 0,3-3 0,1-2 0,4-3 0,2-1 0,2-3-334,-3 5 1,3-3 0,1-1 0,0 1 0,1 0 0,0 2 0,1-1-1,2-1 334,4-8 0,2-1 0,2-1 0,0 1-108,0 0 1,1 1-1,1-1 1,4-4-1,-9 13 1,2-2-1,3-2 1,0 0-1,1-1 1,-1 2 107,0 0 0,1 1 0,-1-1 0,2 1 0,1-2 0,3-2 0,-7 8 0,3-1 0,1-3 0,1 1 0,0-1 0,1 1 0,-2 2 0,-1 3-211,8-9 0,-2 4 0,0 1 0,1 0 0,0 0 0,3-2 211,-2 1 0,4-3 0,0-1 0,1 1 0,0 1 0,-2 3 0,-3 4 0,8-3 0,-4 5 0,0 2 0,1 0 0,3-2 0,1-2 0,3-2 0,3-2 0,-1 2 0,-1 1 0,-5 6 0,-5 5 0,-4 4 0,0 2 0,-1 0 0,2-1-61,5-3 0,2 0 1,0 0-1,-1 1 0,-2 4 1,3-2-1,-2 4 0,0 1 1,-1 2 60,0 1 0,-1 2 0,0 1 0,-1 1 0,17-7 0,-1 2 0,1-1 0,-15 7 0,2-3 0,-2 2 0,-4 4 0,26-10 0,-6 4 0,-5 0 0,-3 2 190,-13 5 1,-2 1 0,3-4-1,-3 2-190,22-15 0,3-3 1142,-26 15-1142,-5 1 0,-17 9 1290,-11 6 1,-11 7-1291,-5 2 1068,-4 5-1068,2-7 0,-11 9 0,-6-6 0,-19 9 0,-24 2 0,-27 2 0,-5 4 0,13 2 0,-6 1 0,0 0 0,1 1 0,4-1 0,1-1 0,4-1 0,1 0 0,3-1 0,3-1 0,-41 5 0,45-5 0,2-1 0,-19 2 0,-9 2 0,20-3 0,18-2 0,53-2 0,30-6 0,6 0 0,7-1 0,-2-1 0,3-2 0,17-5 0,3 0 0,-11 3 0,0 2 0,13-2 0,0 1 0,-8 4 0,-2 1 0,0 0 0,0 1 0,-3 1 0,-2 1 0,32 0 0,3 1 0,-22 1 0,-2 5 0,-30 13 0,-17 13 0,-52 16 0,-32 24 0,8-30 0,-6 1 0,-6 10 0,-4 4 0,14-12 0,-1 2 0,2-1 0,-13 15 0,2 0-214,-3 5 1,1 1 213,2 0 0,3-1 0,18-15 0,1-1-9,-7 7 1,1 1 0,7-7 0,1-1 8,-1 1 0,-1 0 0,-1-3 0,0-2 0,4-5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1CD573-D599-2847-BBDA-6BFAA524DB5F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4DE004-1C1C-C548-8FF1-8095E89201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414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A1AD4-1BCE-34D3-C545-EA01C7FD10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4" y="1122363"/>
            <a:ext cx="9144000" cy="2387600"/>
          </a:xfrm>
        </p:spPr>
        <p:txBody>
          <a:bodyPr anchor="b"/>
          <a:lstStyle>
            <a:lvl1pPr algn="ctr">
              <a:defRPr sz="600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42C99-16F7-05EC-B366-1830DA675E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4" y="3602038"/>
            <a:ext cx="9144000" cy="1655762"/>
          </a:xfrm>
        </p:spPr>
        <p:txBody>
          <a:bodyPr/>
          <a:lstStyle>
            <a:lvl1pPr marL="0" indent="0" algn="ctr">
              <a:buNone/>
              <a:defRPr sz="2401"/>
            </a:lvl1pPr>
            <a:lvl2pPr marL="457220" indent="0" algn="ctr">
              <a:buNone/>
              <a:defRPr sz="2001"/>
            </a:lvl2pPr>
            <a:lvl3pPr marL="914438" indent="0" algn="ctr">
              <a:buNone/>
              <a:defRPr sz="1800"/>
            </a:lvl3pPr>
            <a:lvl4pPr marL="1371656" indent="0" algn="ctr">
              <a:buNone/>
              <a:defRPr sz="1601"/>
            </a:lvl4pPr>
            <a:lvl5pPr marL="1828875" indent="0" algn="ctr">
              <a:buNone/>
              <a:defRPr sz="1601"/>
            </a:lvl5pPr>
            <a:lvl6pPr marL="2286094" indent="0" algn="ctr">
              <a:buNone/>
              <a:defRPr sz="1601"/>
            </a:lvl6pPr>
            <a:lvl7pPr marL="2743313" indent="0" algn="ctr">
              <a:buNone/>
              <a:defRPr sz="1601"/>
            </a:lvl7pPr>
            <a:lvl8pPr marL="3200530" indent="0" algn="ctr">
              <a:buNone/>
              <a:defRPr sz="1601"/>
            </a:lvl8pPr>
            <a:lvl9pPr marL="3657749" indent="0" algn="ctr">
              <a:buNone/>
              <a:defRPr sz="1601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A20ABE-5E33-2340-D487-AA444331F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A56EF-C371-2B61-9080-E48546CDC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D079C4-7242-6B2C-6E9C-600E66E5C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412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9F644-76CF-F027-DEAE-107ED7BA6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5986F-4BDE-8079-212F-391F47508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286696-0D65-5205-D052-0305B495E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123AE9-14C4-BA0B-7F74-D442949EE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8A399-F0F5-BE85-178D-8484876C5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3202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83DD2-7D1E-E8C3-64EB-C4429E5A7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1" cy="2852737"/>
          </a:xfrm>
        </p:spPr>
        <p:txBody>
          <a:bodyPr anchor="b"/>
          <a:lstStyle>
            <a:lvl1pPr>
              <a:defRPr sz="600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0FFB17-C58A-F1AD-817C-D5E482A52A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6"/>
            <a:ext cx="10515601" cy="1500187"/>
          </a:xfrm>
        </p:spPr>
        <p:txBody>
          <a:bodyPr/>
          <a:lstStyle>
            <a:lvl1pPr marL="0" indent="0">
              <a:buNone/>
              <a:defRPr sz="2401">
                <a:solidFill>
                  <a:schemeClr val="tx1">
                    <a:tint val="75000"/>
                  </a:schemeClr>
                </a:solidFill>
              </a:defRPr>
            </a:lvl1pPr>
            <a:lvl2pPr marL="457220" indent="0">
              <a:buNone/>
              <a:defRPr sz="2001">
                <a:solidFill>
                  <a:schemeClr val="tx1">
                    <a:tint val="75000"/>
                  </a:schemeClr>
                </a:solidFill>
              </a:defRPr>
            </a:lvl2pPr>
            <a:lvl3pPr marL="91443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56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4pPr>
            <a:lvl5pPr marL="1828875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5pPr>
            <a:lvl6pPr marL="2286094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6pPr>
            <a:lvl7pPr marL="2743313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7pPr>
            <a:lvl8pPr marL="3200530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8pPr>
            <a:lvl9pPr marL="3657749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2C44F-EA82-05C9-1DC2-CC4B85271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7DB4A-CCEF-A360-A9FF-8BC6BD083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65E683-B90D-8C7B-5FF4-60192A297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858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71883-D112-7EE2-3EB9-0473258DE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900CB-50C2-9236-A621-A47C5F4189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3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E3FE6B-B416-7756-2B3C-AD3273135F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440D7C-E2FB-D552-D3D7-28723E2A2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85A17D-CBF4-F2BB-967B-40C805365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60FF27-F811-B213-94E5-078F6C1BA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017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9BA56-5A3E-7D72-D6EF-DFE1306F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6"/>
            <a:ext cx="10515601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295CA7-110B-3176-9D76-D3DE0D9DD2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4"/>
            <a:ext cx="5157786" cy="823912"/>
          </a:xfrm>
        </p:spPr>
        <p:txBody>
          <a:bodyPr anchor="b"/>
          <a:lstStyle>
            <a:lvl1pPr marL="0" indent="0">
              <a:buNone/>
              <a:defRPr sz="2401" b="1"/>
            </a:lvl1pPr>
            <a:lvl2pPr marL="457220" indent="0">
              <a:buNone/>
              <a:defRPr sz="2001" b="1"/>
            </a:lvl2pPr>
            <a:lvl3pPr marL="914438" indent="0">
              <a:buNone/>
              <a:defRPr sz="1800" b="1"/>
            </a:lvl3pPr>
            <a:lvl4pPr marL="1371656" indent="0">
              <a:buNone/>
              <a:defRPr sz="1601" b="1"/>
            </a:lvl4pPr>
            <a:lvl5pPr marL="1828875" indent="0">
              <a:buNone/>
              <a:defRPr sz="1601" b="1"/>
            </a:lvl5pPr>
            <a:lvl6pPr marL="2286094" indent="0">
              <a:buNone/>
              <a:defRPr sz="1601" b="1"/>
            </a:lvl6pPr>
            <a:lvl7pPr marL="2743313" indent="0">
              <a:buNone/>
              <a:defRPr sz="1601" b="1"/>
            </a:lvl7pPr>
            <a:lvl8pPr marL="3200530" indent="0">
              <a:buNone/>
              <a:defRPr sz="1601" b="1"/>
            </a:lvl8pPr>
            <a:lvl9pPr marL="3657749" indent="0">
              <a:buNone/>
              <a:defRPr sz="16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EF9BA7-1AAF-202A-05E5-A6D80A7419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D389B2-8A2E-2561-FA60-C694BDD569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4"/>
            <a:ext cx="5183187" cy="823912"/>
          </a:xfrm>
        </p:spPr>
        <p:txBody>
          <a:bodyPr anchor="b"/>
          <a:lstStyle>
            <a:lvl1pPr marL="0" indent="0">
              <a:buNone/>
              <a:defRPr sz="2401" b="1"/>
            </a:lvl1pPr>
            <a:lvl2pPr marL="457220" indent="0">
              <a:buNone/>
              <a:defRPr sz="2001" b="1"/>
            </a:lvl2pPr>
            <a:lvl3pPr marL="914438" indent="0">
              <a:buNone/>
              <a:defRPr sz="1800" b="1"/>
            </a:lvl3pPr>
            <a:lvl4pPr marL="1371656" indent="0">
              <a:buNone/>
              <a:defRPr sz="1601" b="1"/>
            </a:lvl4pPr>
            <a:lvl5pPr marL="1828875" indent="0">
              <a:buNone/>
              <a:defRPr sz="1601" b="1"/>
            </a:lvl5pPr>
            <a:lvl6pPr marL="2286094" indent="0">
              <a:buNone/>
              <a:defRPr sz="1601" b="1"/>
            </a:lvl6pPr>
            <a:lvl7pPr marL="2743313" indent="0">
              <a:buNone/>
              <a:defRPr sz="1601" b="1"/>
            </a:lvl7pPr>
            <a:lvl8pPr marL="3200530" indent="0">
              <a:buNone/>
              <a:defRPr sz="1601" b="1"/>
            </a:lvl8pPr>
            <a:lvl9pPr marL="3657749" indent="0">
              <a:buNone/>
              <a:defRPr sz="16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7D8E83-3233-8BA2-33E4-7B71800BB4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7441A5-2441-0683-9510-2B71B3CD3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6C9567-5F08-8DD8-B58A-EBECA2714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1437D3-66D1-24AE-DC82-A1A0A16BE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498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E3BC0-DF50-3B9D-8BB5-DDEC12A59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91405A8-643D-2B9E-D93E-BCFD6A0EF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6D9E45-17CE-0391-FCC0-BFFEB6EE3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67220F-7B6D-4843-103D-9AC5C5BE0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667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D80C9C-306A-6CBD-CDD7-729A8CCAC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C826BD-F39A-E4AD-4211-8B2D3A1C2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F0164C-9B27-3547-1DDC-BEEC028D9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190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F2CE6-6917-C4C7-C1A4-A09E48BBE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2" y="457200"/>
            <a:ext cx="3932239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C918C-EA6C-C3F5-D8CC-D853DD728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1" cy="4873625"/>
          </a:xfrm>
        </p:spPr>
        <p:txBody>
          <a:bodyPr/>
          <a:lstStyle>
            <a:lvl1pPr>
              <a:defRPr sz="3199"/>
            </a:lvl1pPr>
            <a:lvl2pPr>
              <a:defRPr sz="2799"/>
            </a:lvl2pPr>
            <a:lvl3pPr>
              <a:defRPr sz="2401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CEBD7B-7816-9CA9-1AA1-7D7207B055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9" cy="3811588"/>
          </a:xfrm>
        </p:spPr>
        <p:txBody>
          <a:bodyPr/>
          <a:lstStyle>
            <a:lvl1pPr marL="0" indent="0">
              <a:buNone/>
              <a:defRPr sz="1601"/>
            </a:lvl1pPr>
            <a:lvl2pPr marL="457220" indent="0">
              <a:buNone/>
              <a:defRPr sz="1400"/>
            </a:lvl2pPr>
            <a:lvl3pPr marL="914438" indent="0">
              <a:buNone/>
              <a:defRPr sz="1201"/>
            </a:lvl3pPr>
            <a:lvl4pPr marL="1371656" indent="0">
              <a:buNone/>
              <a:defRPr sz="999"/>
            </a:lvl4pPr>
            <a:lvl5pPr marL="1828875" indent="0">
              <a:buNone/>
              <a:defRPr sz="999"/>
            </a:lvl5pPr>
            <a:lvl6pPr marL="2286094" indent="0">
              <a:buNone/>
              <a:defRPr sz="999"/>
            </a:lvl6pPr>
            <a:lvl7pPr marL="2743313" indent="0">
              <a:buNone/>
              <a:defRPr sz="999"/>
            </a:lvl7pPr>
            <a:lvl8pPr marL="3200530" indent="0">
              <a:buNone/>
              <a:defRPr sz="999"/>
            </a:lvl8pPr>
            <a:lvl9pPr marL="3657749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C49C38-308C-21EA-DC84-178B005A6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675DD8-1880-A485-77F9-911FC3087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6AC7E-B905-A857-C41B-5661AAEA9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270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9C98-5676-BD89-D7EC-2547A740E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2" y="457200"/>
            <a:ext cx="3932239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97329C-87A9-A1AB-7993-09460152A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1" cy="4873625"/>
          </a:xfrm>
        </p:spPr>
        <p:txBody>
          <a:bodyPr/>
          <a:lstStyle>
            <a:lvl1pPr marL="0" indent="0">
              <a:buNone/>
              <a:defRPr sz="3199"/>
            </a:lvl1pPr>
            <a:lvl2pPr marL="457220" indent="0">
              <a:buNone/>
              <a:defRPr sz="2799"/>
            </a:lvl2pPr>
            <a:lvl3pPr marL="914438" indent="0">
              <a:buNone/>
              <a:defRPr sz="2401"/>
            </a:lvl3pPr>
            <a:lvl4pPr marL="1371656" indent="0">
              <a:buNone/>
              <a:defRPr sz="2001"/>
            </a:lvl4pPr>
            <a:lvl5pPr marL="1828875" indent="0">
              <a:buNone/>
              <a:defRPr sz="2001"/>
            </a:lvl5pPr>
            <a:lvl6pPr marL="2286094" indent="0">
              <a:buNone/>
              <a:defRPr sz="2001"/>
            </a:lvl6pPr>
            <a:lvl7pPr marL="2743313" indent="0">
              <a:buNone/>
              <a:defRPr sz="2001"/>
            </a:lvl7pPr>
            <a:lvl8pPr marL="3200530" indent="0">
              <a:buNone/>
              <a:defRPr sz="2001"/>
            </a:lvl8pPr>
            <a:lvl9pPr marL="3657749" indent="0">
              <a:buNone/>
              <a:defRPr sz="2001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F5A1EC-69AB-EEC8-4084-B3FB4F4E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9" cy="3811588"/>
          </a:xfrm>
        </p:spPr>
        <p:txBody>
          <a:bodyPr/>
          <a:lstStyle>
            <a:lvl1pPr marL="0" indent="0">
              <a:buNone/>
              <a:defRPr sz="1601"/>
            </a:lvl1pPr>
            <a:lvl2pPr marL="457220" indent="0">
              <a:buNone/>
              <a:defRPr sz="1400"/>
            </a:lvl2pPr>
            <a:lvl3pPr marL="914438" indent="0">
              <a:buNone/>
              <a:defRPr sz="1201"/>
            </a:lvl3pPr>
            <a:lvl4pPr marL="1371656" indent="0">
              <a:buNone/>
              <a:defRPr sz="999"/>
            </a:lvl4pPr>
            <a:lvl5pPr marL="1828875" indent="0">
              <a:buNone/>
              <a:defRPr sz="999"/>
            </a:lvl5pPr>
            <a:lvl6pPr marL="2286094" indent="0">
              <a:buNone/>
              <a:defRPr sz="999"/>
            </a:lvl6pPr>
            <a:lvl7pPr marL="2743313" indent="0">
              <a:buNone/>
              <a:defRPr sz="999"/>
            </a:lvl7pPr>
            <a:lvl8pPr marL="3200530" indent="0">
              <a:buNone/>
              <a:defRPr sz="999"/>
            </a:lvl8pPr>
            <a:lvl9pPr marL="3657749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E87A59-8C99-BD2C-F323-3BCD42B30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EDB9C4-B90D-1536-1D0F-E3B05595B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8CA06-4615-0348-AA3D-660807CD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73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07C6C-6F67-D4DD-0A10-444A9458B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ADB3D1-E809-EF3F-ED30-777D24972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3C5DEF-390E-7766-2594-C27A47518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BA7A8-BAED-F900-26F4-42A8E04D3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02168-2A29-1BB3-20F2-38C265A70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226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1A812CB-5E10-00CE-2FEC-AD9AE8B2CE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643AD-23EC-7A5E-90F9-1D9F58D5F8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5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989997-7A02-E600-623D-C0EE44239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873D1-CA74-3B1A-EDD3-609D46848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0DF8DF-6F7E-80FE-0F52-4891BE2E7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592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308075-26DE-FF9F-33A7-EF4D8C52C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BA884-92A3-12FA-7DF4-5F0A19938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6944C-BFD4-3CB2-329B-F5FAF06DE9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5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38307C-8EDA-4B45-B77E-3F369AD75B9E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EB4F2-0016-3BF2-52FE-ED146DCCA7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4" y="6356353"/>
            <a:ext cx="4114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AD4C2-E508-EF57-7E0C-29DF998B6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6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774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3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8" indent="-228608" algn="l" defTabSz="914438" rtl="0" eaLnBrk="1" latinLnBrk="0" hangingPunct="1">
        <a:lnSpc>
          <a:spcPct val="90000"/>
        </a:lnSpc>
        <a:spcBef>
          <a:spcPts val="999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828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47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66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83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704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22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41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58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38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56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75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94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13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3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49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6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0.png"/><Relationship Id="rId4" Type="http://schemas.openxmlformats.org/officeDocument/2006/relationships/customXml" Target="../ink/ink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B5B8D3-BA8B-E36F-262B-F67DB7014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1DA4B54-0664-2995-AB02-96B9F94597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64" y="794657"/>
            <a:ext cx="4889500" cy="4876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0075EDA-708D-03A4-72E6-5B3CE5EC5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5607" y="794657"/>
            <a:ext cx="57277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147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38726C-16D4-7355-52BA-0F129C2DC993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F2B0AB-8A61-1A09-1746-C5551C9F56DB}"/>
              </a:ext>
            </a:extLst>
          </p:cNvPr>
          <p:cNvSpPr/>
          <p:nvPr/>
        </p:nvSpPr>
        <p:spPr>
          <a:xfrm>
            <a:off x="4038603" y="60070"/>
            <a:ext cx="4114801" cy="489467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/>
              </a:rPr>
              <a:t>Select a Surah to begin reading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" name="Graphic 7" descr="Single gear with solid fill">
            <a:extLst>
              <a:ext uri="{FF2B5EF4-FFF2-40B4-BE49-F238E27FC236}">
                <a16:creationId xmlns:a16="http://schemas.microsoft.com/office/drawing/2014/main" id="{025B87E2-5E12-DBDA-B048-F63CF8F0D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ECB0E8B-FB10-D921-9C81-8199CC560C84}"/>
                  </a:ext>
                </a:extLst>
              </p14:cNvPr>
              <p14:cNvContentPartPr/>
              <p14:nvPr/>
            </p14:nvContentPartPr>
            <p14:xfrm rot="21265090">
              <a:off x="2483599" y="782687"/>
              <a:ext cx="2437920" cy="2338921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ECB0E8B-FB10-D921-9C81-8199CC560C8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 rot="21265090">
                <a:off x="2464519" y="763607"/>
                <a:ext cx="2475720" cy="2376361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850377CF-B618-CBDB-335B-61DF317C5318}"/>
              </a:ext>
            </a:extLst>
          </p:cNvPr>
          <p:cNvSpPr txBox="1"/>
          <p:nvPr/>
        </p:nvSpPr>
        <p:spPr>
          <a:xfrm>
            <a:off x="1813772" y="3234628"/>
            <a:ext cx="21463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Hover in this area </a:t>
            </a:r>
          </a:p>
          <a:p>
            <a:r>
              <a:rPr lang="en-US" dirty="0">
                <a:solidFill>
                  <a:schemeClr val="bg1"/>
                </a:solidFill>
              </a:rPr>
              <a:t>to list down chapters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DA2924-6946-EC56-4A74-9B34AB6EC3F2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129B5BEA-B1F0-63BF-27E8-9C1A57B847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30970C-73D5-D246-F5F6-083C204B55F2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2224272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EBFE-A824-0A9B-D944-5442C16EB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D3F9C4A-0404-CCD6-53AC-DEEAFEED23B0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2A0720C-6617-1B7B-0A17-6BF194866374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/>
              </a:rPr>
              <a:t>Select a Surah to begin reading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16702025-145F-6792-B1F8-0B1E0D7136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F3DDCC-A4FB-4992-FB24-89000052EA14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C2C5DD6C-5923-DBD6-F811-FD402FBC6D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04A3F5D-43AA-FEC8-E8F2-55AB78DE64BB}"/>
              </a:ext>
            </a:extLst>
          </p:cNvPr>
          <p:cNvSpPr/>
          <p:nvPr/>
        </p:nvSpPr>
        <p:spPr>
          <a:xfrm>
            <a:off x="4050815" y="0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7D3CC8-5AE1-AE73-A0D6-004CBA326912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293815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E98BE3-F77F-229F-7D4A-A332B957A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CFD6378-4ABF-DF88-CB39-18D35914B9F2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41D6CF-6649-7738-9CE1-BDE109E90CE4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2EBE81F-DE71-8B75-F261-EF06AE19BE62}"/>
              </a:ext>
            </a:extLst>
          </p:cNvPr>
          <p:cNvSpPr/>
          <p:nvPr/>
        </p:nvSpPr>
        <p:spPr>
          <a:xfrm>
            <a:off x="4038603" y="56256"/>
            <a:ext cx="4114801" cy="6457691"/>
          </a:xfrm>
          <a:prstGeom prst="roundRect">
            <a:avLst>
              <a:gd name="adj" fmla="val 5322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14" indent="-342914">
              <a:lnSpc>
                <a:spcPct val="150000"/>
              </a:lnSpc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	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	</a:t>
            </a: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2" name="Graphic 11" descr="Single gear with solid fill">
            <a:extLst>
              <a:ext uri="{FF2B5EF4-FFF2-40B4-BE49-F238E27FC236}">
                <a16:creationId xmlns:a16="http://schemas.microsoft.com/office/drawing/2014/main" id="{009BA9C7-396B-303F-8175-72013AB554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6F86020-B3D0-1C4C-216A-3DFDF58348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5ECF253-F9D5-E097-95E4-136E231F6099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916162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42CB59-49E1-9539-C902-26EA0DED6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41D32C9-6B5E-03C5-499F-9EDB39332D5C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DCF563-E6AC-84CD-8DE5-F75563004257}"/>
              </a:ext>
            </a:extLst>
          </p:cNvPr>
          <p:cNvSpPr/>
          <p:nvPr/>
        </p:nvSpPr>
        <p:spPr>
          <a:xfrm>
            <a:off x="4050815" y="247426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CC4492F-CEAE-C9D5-A14C-BFB5ECB778AE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9296E200-461B-E691-09E9-9315886168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7616DCA-066B-54A8-58CB-DD29F02E445E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4A1FA5-0B34-1423-E5FD-33BA9014F599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80361776-7AAA-773B-C191-96A723FDBE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40D2428-99CC-7554-3B12-E4CE99865DBF}"/>
              </a:ext>
            </a:extLst>
          </p:cNvPr>
          <p:cNvSpPr/>
          <p:nvPr/>
        </p:nvSpPr>
        <p:spPr>
          <a:xfrm>
            <a:off x="601406" y="87415"/>
            <a:ext cx="2860216" cy="3755950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14" indent="-342914">
              <a:lnSpc>
                <a:spcPct val="150000"/>
              </a:lnSpc>
              <a:spcAft>
                <a:spcPts val="600"/>
              </a:spcAft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4201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A61C7E-F19C-2FEB-266F-B8F7BE86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C07A37-4ACE-D72D-EA94-93A41EEFA7DB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0B949C-9C3D-4D5E-5DD1-2F56E63AFCC0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D607F17-690C-278F-31B8-FAFA8DC5FD3C}"/>
              </a:ext>
            </a:extLst>
          </p:cNvPr>
          <p:cNvSpPr/>
          <p:nvPr/>
        </p:nvSpPr>
        <p:spPr>
          <a:xfrm>
            <a:off x="2612572" y="60070"/>
            <a:ext cx="6966856" cy="489467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D37614-DA92-FAD3-7D8D-A84BEC28D3B9}"/>
              </a:ext>
            </a:extLst>
          </p:cNvPr>
          <p:cNvSpPr txBox="1"/>
          <p:nvPr/>
        </p:nvSpPr>
        <p:spPr>
          <a:xfrm>
            <a:off x="2862944" y="115669"/>
            <a:ext cx="1390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A7F1B6C-E0DF-0051-BD49-A6381468FB4A}"/>
              </a:ext>
            </a:extLst>
          </p:cNvPr>
          <p:cNvSpPr/>
          <p:nvPr/>
        </p:nvSpPr>
        <p:spPr>
          <a:xfrm>
            <a:off x="8414658" y="118849"/>
            <a:ext cx="1088573" cy="36576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60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645CCA-B5F8-FDB1-D5CA-0D84573124CA}"/>
              </a:ext>
            </a:extLst>
          </p:cNvPr>
          <p:cNvSpPr txBox="1"/>
          <p:nvPr/>
        </p:nvSpPr>
        <p:spPr>
          <a:xfrm>
            <a:off x="5540828" y="115671"/>
            <a:ext cx="816429" cy="461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401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0" name="Graphic 9" descr="Single gear with solid fill">
            <a:extLst>
              <a:ext uri="{FF2B5EF4-FFF2-40B4-BE49-F238E27FC236}">
                <a16:creationId xmlns:a16="http://schemas.microsoft.com/office/drawing/2014/main" id="{54281594-3E48-EAD2-399A-E1DF616876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BAF2174-2EC0-BC60-EB4A-39D39B7DF3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32247A3-C1FB-F5B7-336F-DDA33385E421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8300825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9004CB-D682-0A70-498F-555D2E94A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5CC334D-8CC0-5BF8-2052-1B4312155A01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E5FF711-1A39-6938-D7A5-BCE12044FB0F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B3CAB742-96AC-C46F-D324-EB2F108CB7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696C3BB-F4C5-20E9-D9AC-9C53F2D91D3F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3ABC261E-84AC-3A44-579B-D894BF6748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D59232F-8CB2-338C-E8EB-9AA07B33DB4A}"/>
              </a:ext>
            </a:extLst>
          </p:cNvPr>
          <p:cNvSpPr txBox="1"/>
          <p:nvPr/>
        </p:nvSpPr>
        <p:spPr>
          <a:xfrm>
            <a:off x="589192" y="127378"/>
            <a:ext cx="1390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D8E0B05-679D-1BC7-41CF-87CBB9C885C2}"/>
              </a:ext>
            </a:extLst>
          </p:cNvPr>
          <p:cNvSpPr/>
          <p:nvPr/>
        </p:nvSpPr>
        <p:spPr>
          <a:xfrm>
            <a:off x="2987768" y="120356"/>
            <a:ext cx="414904" cy="37609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2B40A0-DDF6-5439-E9C3-1A9B0CB7C9DC}"/>
              </a:ext>
            </a:extLst>
          </p:cNvPr>
          <p:cNvSpPr txBox="1"/>
          <p:nvPr/>
        </p:nvSpPr>
        <p:spPr>
          <a:xfrm>
            <a:off x="1656466" y="120356"/>
            <a:ext cx="8164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000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sz="14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8E313C-2B20-692A-402D-F9BFEB370B32}"/>
              </a:ext>
            </a:extLst>
          </p:cNvPr>
          <p:cNvSpPr/>
          <p:nvPr/>
        </p:nvSpPr>
        <p:spPr>
          <a:xfrm>
            <a:off x="4050815" y="0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FD2F80-367B-75DC-45B5-1CAA7B32D11D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2711579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963278-1DF9-607D-072A-1D786C1A9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7BCD0B2-66C8-5B00-7BA2-D606BE25E9F5}"/>
              </a:ext>
            </a:extLst>
          </p:cNvPr>
          <p:cNvSpPr/>
          <p:nvPr/>
        </p:nvSpPr>
        <p:spPr>
          <a:xfrm>
            <a:off x="170598" y="105019"/>
            <a:ext cx="4712873" cy="3302672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8B6F22-6482-F4A9-9871-83178EEC2D32}"/>
              </a:ext>
            </a:extLst>
          </p:cNvPr>
          <p:cNvSpPr txBox="1"/>
          <p:nvPr/>
        </p:nvSpPr>
        <p:spPr>
          <a:xfrm>
            <a:off x="1812664" y="4861875"/>
            <a:ext cx="609958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14" indent="-342914">
              <a:lnSpc>
                <a:spcPct val="150000"/>
              </a:lnSpc>
              <a:spcAft>
                <a:spcPts val="600"/>
              </a:spcAft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 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E9C6B256-6D41-3E78-B20A-F092FBC2D1ED}"/>
              </a:ext>
            </a:extLst>
          </p:cNvPr>
          <p:cNvSpPr/>
          <p:nvPr/>
        </p:nvSpPr>
        <p:spPr>
          <a:xfrm>
            <a:off x="236938" y="693180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9438642-637D-B047-479F-803F6F62AEB2}"/>
              </a:ext>
            </a:extLst>
          </p:cNvPr>
          <p:cNvSpPr/>
          <p:nvPr/>
        </p:nvSpPr>
        <p:spPr>
          <a:xfrm>
            <a:off x="505108" y="925363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CF5435-48FF-383F-4626-DF70DDE4E3A7}"/>
              </a:ext>
            </a:extLst>
          </p:cNvPr>
          <p:cNvSpPr txBox="1"/>
          <p:nvPr/>
        </p:nvSpPr>
        <p:spPr>
          <a:xfrm>
            <a:off x="779428" y="765225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96ABEA-EDFE-A2F0-D5F0-A2539D3BA5CB}"/>
              </a:ext>
            </a:extLst>
          </p:cNvPr>
          <p:cNvSpPr txBox="1"/>
          <p:nvPr/>
        </p:nvSpPr>
        <p:spPr>
          <a:xfrm>
            <a:off x="779428" y="1036533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03B6A96-BD37-E010-E177-9D03F2A86DC8}"/>
              </a:ext>
            </a:extLst>
          </p:cNvPr>
          <p:cNvSpPr/>
          <p:nvPr/>
        </p:nvSpPr>
        <p:spPr>
          <a:xfrm>
            <a:off x="3721645" y="942146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6F52C26-4563-7ADF-11B8-49E240A67CA3}"/>
              </a:ext>
            </a:extLst>
          </p:cNvPr>
          <p:cNvSpPr/>
          <p:nvPr/>
        </p:nvSpPr>
        <p:spPr>
          <a:xfrm>
            <a:off x="505108" y="1735513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6D2E5C-47D4-B048-9311-00FEB9174CC3}"/>
              </a:ext>
            </a:extLst>
          </p:cNvPr>
          <p:cNvSpPr txBox="1"/>
          <p:nvPr/>
        </p:nvSpPr>
        <p:spPr>
          <a:xfrm>
            <a:off x="779428" y="1575375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3FA8025-F3BF-E7C5-01FF-F390273D84C5}"/>
              </a:ext>
            </a:extLst>
          </p:cNvPr>
          <p:cNvSpPr txBox="1"/>
          <p:nvPr/>
        </p:nvSpPr>
        <p:spPr>
          <a:xfrm>
            <a:off x="779428" y="1846683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14AA3D22-F5AA-70C8-F61B-E084FADB930D}"/>
              </a:ext>
            </a:extLst>
          </p:cNvPr>
          <p:cNvSpPr/>
          <p:nvPr/>
        </p:nvSpPr>
        <p:spPr>
          <a:xfrm>
            <a:off x="3721645" y="1752296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33BF9B3-4AF3-5530-3610-12E566BD9D13}"/>
              </a:ext>
            </a:extLst>
          </p:cNvPr>
          <p:cNvSpPr/>
          <p:nvPr/>
        </p:nvSpPr>
        <p:spPr>
          <a:xfrm>
            <a:off x="505108" y="2546244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633D31-379C-7ED9-A46B-6D976E124AFF}"/>
              </a:ext>
            </a:extLst>
          </p:cNvPr>
          <p:cNvSpPr txBox="1"/>
          <p:nvPr/>
        </p:nvSpPr>
        <p:spPr>
          <a:xfrm>
            <a:off x="779428" y="2386106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0D60D58-1EC5-27B0-08AC-369CDC2D5EE8}"/>
              </a:ext>
            </a:extLst>
          </p:cNvPr>
          <p:cNvSpPr txBox="1"/>
          <p:nvPr/>
        </p:nvSpPr>
        <p:spPr>
          <a:xfrm>
            <a:off x="779428" y="2657414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7545BFA-697F-004A-9CBB-41BEE47497C2}"/>
              </a:ext>
            </a:extLst>
          </p:cNvPr>
          <p:cNvSpPr/>
          <p:nvPr/>
        </p:nvSpPr>
        <p:spPr>
          <a:xfrm>
            <a:off x="3721645" y="2563027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D8408A77-CCE6-DF5D-990F-D616D669A5FC}"/>
              </a:ext>
            </a:extLst>
          </p:cNvPr>
          <p:cNvSpPr/>
          <p:nvPr/>
        </p:nvSpPr>
        <p:spPr>
          <a:xfrm>
            <a:off x="5087523" y="102815"/>
            <a:ext cx="4712873" cy="3304876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208DCF6B-6117-E0F8-34A4-A604D1CF88B4}"/>
              </a:ext>
            </a:extLst>
          </p:cNvPr>
          <p:cNvSpPr/>
          <p:nvPr/>
        </p:nvSpPr>
        <p:spPr>
          <a:xfrm>
            <a:off x="5153863" y="690976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FADB03D5-AB34-D126-50C1-323DA752F1CD}"/>
              </a:ext>
            </a:extLst>
          </p:cNvPr>
          <p:cNvSpPr/>
          <p:nvPr/>
        </p:nvSpPr>
        <p:spPr>
          <a:xfrm>
            <a:off x="5422033" y="923159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46F8AC4-8A4B-6C3C-1429-C64138301087}"/>
              </a:ext>
            </a:extLst>
          </p:cNvPr>
          <p:cNvSpPr txBox="1"/>
          <p:nvPr/>
        </p:nvSpPr>
        <p:spPr>
          <a:xfrm>
            <a:off x="5696353" y="763021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Al-Fatihah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D295DB2-4DDA-9899-45A2-B1C177749D3F}"/>
              </a:ext>
            </a:extLst>
          </p:cNvPr>
          <p:cNvSpPr txBox="1"/>
          <p:nvPr/>
        </p:nvSpPr>
        <p:spPr>
          <a:xfrm>
            <a:off x="5696353" y="1034329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rgbClr val="00B050"/>
                </a:solidFill>
              </a:rPr>
              <a:t>الفاتحة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969C366-3E8C-16C7-C857-C2CF25D8EED1}"/>
              </a:ext>
            </a:extLst>
          </p:cNvPr>
          <p:cNvSpPr/>
          <p:nvPr/>
        </p:nvSpPr>
        <p:spPr>
          <a:xfrm>
            <a:off x="8638570" y="939942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413DC18C-D4EB-F81E-21B9-AF22747EA317}"/>
              </a:ext>
            </a:extLst>
          </p:cNvPr>
          <p:cNvSpPr/>
          <p:nvPr/>
        </p:nvSpPr>
        <p:spPr>
          <a:xfrm>
            <a:off x="5422033" y="1733309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72C362-A870-37E7-0C96-A0F73E674B39}"/>
              </a:ext>
            </a:extLst>
          </p:cNvPr>
          <p:cNvSpPr txBox="1"/>
          <p:nvPr/>
        </p:nvSpPr>
        <p:spPr>
          <a:xfrm>
            <a:off x="5696353" y="1573171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4F2A546-16F5-B594-D864-B65F10DF43C8}"/>
              </a:ext>
            </a:extLst>
          </p:cNvPr>
          <p:cNvSpPr txBox="1"/>
          <p:nvPr/>
        </p:nvSpPr>
        <p:spPr>
          <a:xfrm>
            <a:off x="5696353" y="1844479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3CE11C5E-63F9-581E-C5F4-BDD07C58E436}"/>
              </a:ext>
            </a:extLst>
          </p:cNvPr>
          <p:cNvSpPr/>
          <p:nvPr/>
        </p:nvSpPr>
        <p:spPr>
          <a:xfrm>
            <a:off x="8638570" y="1750092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D6F0592-C044-6EE5-253C-E2CD2D596811}"/>
              </a:ext>
            </a:extLst>
          </p:cNvPr>
          <p:cNvSpPr/>
          <p:nvPr/>
        </p:nvSpPr>
        <p:spPr>
          <a:xfrm>
            <a:off x="5422033" y="2544040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4EB220-5841-0A23-8AD7-A43526C31C32}"/>
              </a:ext>
            </a:extLst>
          </p:cNvPr>
          <p:cNvSpPr txBox="1"/>
          <p:nvPr/>
        </p:nvSpPr>
        <p:spPr>
          <a:xfrm>
            <a:off x="5696353" y="2383902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35C1A99-6E68-46A8-078C-2E6D00043B24}"/>
              </a:ext>
            </a:extLst>
          </p:cNvPr>
          <p:cNvSpPr txBox="1"/>
          <p:nvPr/>
        </p:nvSpPr>
        <p:spPr>
          <a:xfrm>
            <a:off x="5696353" y="2655210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2BF08352-EEAD-757B-BD3A-12B2CA5B89D9}"/>
              </a:ext>
            </a:extLst>
          </p:cNvPr>
          <p:cNvSpPr/>
          <p:nvPr/>
        </p:nvSpPr>
        <p:spPr>
          <a:xfrm>
            <a:off x="8638570" y="2560823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50A96C-7EF6-E3E9-9365-C14A9B4FEF52}"/>
              </a:ext>
            </a:extLst>
          </p:cNvPr>
          <p:cNvSpPr txBox="1"/>
          <p:nvPr/>
        </p:nvSpPr>
        <p:spPr>
          <a:xfrm>
            <a:off x="1969942" y="851867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Opener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8BDAEC-CBBA-1222-BD24-DC017D07EA8B}"/>
              </a:ext>
            </a:extLst>
          </p:cNvPr>
          <p:cNvSpPr txBox="1"/>
          <p:nvPr/>
        </p:nvSpPr>
        <p:spPr>
          <a:xfrm>
            <a:off x="1990168" y="1729948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Opener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D1B0FC-951B-E213-1505-7CAA90E1F524}"/>
              </a:ext>
            </a:extLst>
          </p:cNvPr>
          <p:cNvSpPr txBox="1"/>
          <p:nvPr/>
        </p:nvSpPr>
        <p:spPr>
          <a:xfrm>
            <a:off x="1972964" y="2493767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Opener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8C0FB-6953-C968-FF05-5C7ECBB2F778}"/>
              </a:ext>
            </a:extLst>
          </p:cNvPr>
          <p:cNvSpPr txBox="1"/>
          <p:nvPr/>
        </p:nvSpPr>
        <p:spPr>
          <a:xfrm>
            <a:off x="7094847" y="904895"/>
            <a:ext cx="1370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The Opener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5881DED-A719-5B33-488A-E6B42831E329}"/>
              </a:ext>
            </a:extLst>
          </p:cNvPr>
          <p:cNvSpPr/>
          <p:nvPr/>
        </p:nvSpPr>
        <p:spPr>
          <a:xfrm>
            <a:off x="6685951" y="3501046"/>
            <a:ext cx="4712873" cy="3304876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9D7567B-FD1A-0E46-7F2B-7932128A33CF}"/>
              </a:ext>
            </a:extLst>
          </p:cNvPr>
          <p:cNvSpPr/>
          <p:nvPr/>
        </p:nvSpPr>
        <p:spPr>
          <a:xfrm>
            <a:off x="6752291" y="4089207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9BB4C98-7ED5-B128-930A-22C1D5CFEDA4}"/>
              </a:ext>
            </a:extLst>
          </p:cNvPr>
          <p:cNvSpPr/>
          <p:nvPr/>
        </p:nvSpPr>
        <p:spPr>
          <a:xfrm>
            <a:off x="7020461" y="4321390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2A72E1-1428-598B-19F5-CA3A9F314567}"/>
              </a:ext>
            </a:extLst>
          </p:cNvPr>
          <p:cNvSpPr txBox="1"/>
          <p:nvPr/>
        </p:nvSpPr>
        <p:spPr>
          <a:xfrm>
            <a:off x="7294781" y="4161252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Al-Fatihah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394D35-7B00-DC2B-47EB-F6217E78FF4A}"/>
              </a:ext>
            </a:extLst>
          </p:cNvPr>
          <p:cNvSpPr txBox="1"/>
          <p:nvPr/>
        </p:nvSpPr>
        <p:spPr>
          <a:xfrm>
            <a:off x="7294781" y="4432560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rgbClr val="00B050"/>
                </a:solidFill>
              </a:rPr>
              <a:t>الفاتحة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2D57A28-9355-AE2E-419C-42D1F6DCA509}"/>
              </a:ext>
            </a:extLst>
          </p:cNvPr>
          <p:cNvSpPr/>
          <p:nvPr/>
        </p:nvSpPr>
        <p:spPr>
          <a:xfrm>
            <a:off x="10236998" y="4474752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E0ED296-392F-AAAC-5CAD-C77C14975F70}"/>
              </a:ext>
            </a:extLst>
          </p:cNvPr>
          <p:cNvSpPr/>
          <p:nvPr/>
        </p:nvSpPr>
        <p:spPr>
          <a:xfrm>
            <a:off x="7020461" y="5131540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7BEAF1-450C-95F7-206D-A1DB5CA134C2}"/>
              </a:ext>
            </a:extLst>
          </p:cNvPr>
          <p:cNvSpPr txBox="1"/>
          <p:nvPr/>
        </p:nvSpPr>
        <p:spPr>
          <a:xfrm>
            <a:off x="7294781" y="4971402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61AD61-0E0B-27C8-4917-109A4A3518CE}"/>
              </a:ext>
            </a:extLst>
          </p:cNvPr>
          <p:cNvSpPr txBox="1"/>
          <p:nvPr/>
        </p:nvSpPr>
        <p:spPr>
          <a:xfrm>
            <a:off x="7294781" y="5242710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CC1C006-9085-12CE-40DF-B03A92FC7AF0}"/>
              </a:ext>
            </a:extLst>
          </p:cNvPr>
          <p:cNvSpPr/>
          <p:nvPr/>
        </p:nvSpPr>
        <p:spPr>
          <a:xfrm>
            <a:off x="10236998" y="5262839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BB06F6E-C0D5-B722-7345-02347D1A75DA}"/>
              </a:ext>
            </a:extLst>
          </p:cNvPr>
          <p:cNvSpPr/>
          <p:nvPr/>
        </p:nvSpPr>
        <p:spPr>
          <a:xfrm>
            <a:off x="7020461" y="5942271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89979A-56BA-5449-85D3-76C7DEB0D526}"/>
              </a:ext>
            </a:extLst>
          </p:cNvPr>
          <p:cNvSpPr txBox="1"/>
          <p:nvPr/>
        </p:nvSpPr>
        <p:spPr>
          <a:xfrm>
            <a:off x="7294781" y="5782133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CAEFF7-545C-367B-7F43-4AF0C848F662}"/>
              </a:ext>
            </a:extLst>
          </p:cNvPr>
          <p:cNvSpPr txBox="1"/>
          <p:nvPr/>
        </p:nvSpPr>
        <p:spPr>
          <a:xfrm>
            <a:off x="7294781" y="6053441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70E6876E-9541-5220-AD36-FAF3D953B0F9}"/>
              </a:ext>
            </a:extLst>
          </p:cNvPr>
          <p:cNvSpPr/>
          <p:nvPr/>
        </p:nvSpPr>
        <p:spPr>
          <a:xfrm>
            <a:off x="10236998" y="5959054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CA39B43-E823-C288-CA9D-CD7100604BF8}"/>
              </a:ext>
            </a:extLst>
          </p:cNvPr>
          <p:cNvSpPr txBox="1"/>
          <p:nvPr/>
        </p:nvSpPr>
        <p:spPr>
          <a:xfrm>
            <a:off x="10027995" y="4136724"/>
            <a:ext cx="1370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The</a:t>
            </a:r>
            <a:r>
              <a:rPr lang="en-US" sz="1600" dirty="0">
                <a:solidFill>
                  <a:srgbClr val="00B050"/>
                </a:solidFill>
              </a:rPr>
              <a:t> Opener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26D5E6A-C5F4-4D6B-1B0A-B43262E655D6}"/>
              </a:ext>
            </a:extLst>
          </p:cNvPr>
          <p:cNvSpPr txBox="1"/>
          <p:nvPr/>
        </p:nvSpPr>
        <p:spPr>
          <a:xfrm>
            <a:off x="7094846" y="1685803"/>
            <a:ext cx="1370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Opener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6B955A-66A8-AA8F-7568-4379DEC12643}"/>
              </a:ext>
            </a:extLst>
          </p:cNvPr>
          <p:cNvSpPr txBox="1"/>
          <p:nvPr/>
        </p:nvSpPr>
        <p:spPr>
          <a:xfrm>
            <a:off x="9971905" y="4940822"/>
            <a:ext cx="1370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Opener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4896483-2792-A389-9710-554BEA122FEB}"/>
              </a:ext>
            </a:extLst>
          </p:cNvPr>
          <p:cNvSpPr txBox="1"/>
          <p:nvPr/>
        </p:nvSpPr>
        <p:spPr>
          <a:xfrm>
            <a:off x="7912250" y="3580864"/>
            <a:ext cx="314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 View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BDA05BC-AD0E-4146-69CA-21528422B743}"/>
              </a:ext>
            </a:extLst>
          </p:cNvPr>
          <p:cNvSpPr txBox="1"/>
          <p:nvPr/>
        </p:nvSpPr>
        <p:spPr>
          <a:xfrm>
            <a:off x="5954947" y="173225"/>
            <a:ext cx="314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 View</a:t>
            </a:r>
          </a:p>
        </p:txBody>
      </p:sp>
    </p:spTree>
    <p:extLst>
      <p:ext uri="{BB962C8B-B14F-4D97-AF65-F5344CB8AC3E}">
        <p14:creationId xmlns:p14="http://schemas.microsoft.com/office/powerpoint/2010/main" val="4169573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2A2D7C-593B-1DBB-753B-8B2E75484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54782F3-2B5D-5604-9F50-F3EB24B1DA19}"/>
              </a:ext>
            </a:extLst>
          </p:cNvPr>
          <p:cNvSpPr/>
          <p:nvPr/>
        </p:nvSpPr>
        <p:spPr>
          <a:xfrm>
            <a:off x="471512" y="1847834"/>
            <a:ext cx="11248976" cy="2529840"/>
          </a:xfrm>
          <a:prstGeom prst="roundRect">
            <a:avLst>
              <a:gd name="adj" fmla="val 7007"/>
            </a:avLst>
          </a:prstGeom>
          <a:solidFill>
            <a:srgbClr val="1E1E20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D220F41-451E-EBE6-A674-8CB2CDB84CD8}"/>
              </a:ext>
            </a:extLst>
          </p:cNvPr>
          <p:cNvSpPr/>
          <p:nvPr/>
        </p:nvSpPr>
        <p:spPr>
          <a:xfrm>
            <a:off x="579083" y="1937366"/>
            <a:ext cx="564594" cy="298848"/>
          </a:xfrm>
          <a:prstGeom prst="roundRect">
            <a:avLst>
              <a:gd name="adj" fmla="val 39801"/>
            </a:avLst>
          </a:prstGeom>
          <a:solidFill>
            <a:srgbClr val="1B28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CF7EB1-2AA3-D0DC-E686-4D45D5BC8273}"/>
              </a:ext>
            </a:extLst>
          </p:cNvPr>
          <p:cNvSpPr txBox="1"/>
          <p:nvPr/>
        </p:nvSpPr>
        <p:spPr>
          <a:xfrm>
            <a:off x="244766" y="261896"/>
            <a:ext cx="48704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Verse Design: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9DD7F0-DE10-1C83-1BF2-A2AF3256EFC3}"/>
              </a:ext>
            </a:extLst>
          </p:cNvPr>
          <p:cNvSpPr txBox="1"/>
          <p:nvPr/>
        </p:nvSpPr>
        <p:spPr>
          <a:xfrm>
            <a:off x="616381" y="1902124"/>
            <a:ext cx="695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6B050"/>
                </a:solidFill>
              </a:rPr>
              <a:t>1:1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5C2116-2EBF-0EC8-E14B-01932A205910}"/>
              </a:ext>
            </a:extLst>
          </p:cNvPr>
          <p:cNvCxnSpPr>
            <a:cxnSpLocks/>
          </p:cNvCxnSpPr>
          <p:nvPr/>
        </p:nvCxnSpPr>
        <p:spPr>
          <a:xfrm flipH="1">
            <a:off x="1143677" y="2005510"/>
            <a:ext cx="34424" cy="2253742"/>
          </a:xfrm>
          <a:prstGeom prst="line">
            <a:avLst/>
          </a:prstGeom>
          <a:ln w="12700">
            <a:solidFill>
              <a:srgbClr val="2A31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AD02D14-57CD-6798-D8FD-A4CB7D446074}"/>
              </a:ext>
            </a:extLst>
          </p:cNvPr>
          <p:cNvSpPr txBox="1"/>
          <p:nvPr/>
        </p:nvSpPr>
        <p:spPr>
          <a:xfrm>
            <a:off x="7227736" y="2005510"/>
            <a:ext cx="440131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4400" b="0" i="0" dirty="0">
                <a:solidFill>
                  <a:schemeClr val="bg1"/>
                </a:solidFill>
                <a:effectLst/>
                <a:latin typeface="Amiri"/>
              </a:rPr>
              <a:t>بِسْمِ ٱللَّهِ ٱلرَّحْمَـٰنِ ٱلرَّحِيمِ</a:t>
            </a:r>
            <a:endParaRPr lang="en-US" sz="4400" dirty="0">
              <a:solidFill>
                <a:schemeClr val="bg1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BCDB1FD-5744-F8E7-32EB-1360E182E393}"/>
              </a:ext>
            </a:extLst>
          </p:cNvPr>
          <p:cNvSpPr>
            <a:spLocks noChangeAspect="1"/>
          </p:cNvSpPr>
          <p:nvPr/>
        </p:nvSpPr>
        <p:spPr>
          <a:xfrm>
            <a:off x="6764440" y="2236214"/>
            <a:ext cx="365760" cy="365760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576868-63E8-668C-7599-C8EFF7474A8F}"/>
              </a:ext>
            </a:extLst>
          </p:cNvPr>
          <p:cNvSpPr txBox="1"/>
          <p:nvPr/>
        </p:nvSpPr>
        <p:spPr>
          <a:xfrm>
            <a:off x="1311763" y="3428255"/>
            <a:ext cx="674096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rgbClr val="E7E9EA"/>
                </a:solidFill>
                <a:effectLst/>
                <a:latin typeface="Figtree"/>
              </a:rPr>
              <a:t>In the name of Allāh, the Entirely Merciful, the Especially Merciful.</a:t>
            </a:r>
            <a:endParaRPr lang="en-US" sz="24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28ED105-AE3E-C835-B0F0-0C4D577F03D9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700683" y="2365708"/>
            <a:ext cx="329574" cy="329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6531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295194-4849-2F82-D2C5-86751171B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BA437A0-7BE6-9D77-2FFD-BADFE934E594}"/>
              </a:ext>
            </a:extLst>
          </p:cNvPr>
          <p:cNvSpPr/>
          <p:nvPr/>
        </p:nvSpPr>
        <p:spPr>
          <a:xfrm>
            <a:off x="3054516" y="1802736"/>
            <a:ext cx="5592073" cy="3116506"/>
          </a:xfrm>
          <a:prstGeom prst="roundRect">
            <a:avLst>
              <a:gd name="adj" fmla="val 7007"/>
            </a:avLst>
          </a:prstGeom>
          <a:solidFill>
            <a:srgbClr val="1E1E20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E97EBD0-8E0B-B89A-E156-55BA5454C6DF}"/>
              </a:ext>
            </a:extLst>
          </p:cNvPr>
          <p:cNvSpPr/>
          <p:nvPr/>
        </p:nvSpPr>
        <p:spPr>
          <a:xfrm>
            <a:off x="3207842" y="1885436"/>
            <a:ext cx="564594" cy="298848"/>
          </a:xfrm>
          <a:prstGeom prst="roundRect">
            <a:avLst>
              <a:gd name="adj" fmla="val 39801"/>
            </a:avLst>
          </a:prstGeom>
          <a:solidFill>
            <a:srgbClr val="1B28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78CA1F-76F2-CEAC-BCBB-15F35BD023AF}"/>
              </a:ext>
            </a:extLst>
          </p:cNvPr>
          <p:cNvSpPr txBox="1"/>
          <p:nvPr/>
        </p:nvSpPr>
        <p:spPr>
          <a:xfrm>
            <a:off x="244766" y="261896"/>
            <a:ext cx="48704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Verse Design: Mobile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643467-8EDF-24B4-2977-12C499AE93F7}"/>
              </a:ext>
            </a:extLst>
          </p:cNvPr>
          <p:cNvSpPr txBox="1"/>
          <p:nvPr/>
        </p:nvSpPr>
        <p:spPr>
          <a:xfrm>
            <a:off x="3245140" y="1850194"/>
            <a:ext cx="695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6B050"/>
                </a:solidFill>
              </a:rPr>
              <a:t>1:1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97EF6E0-2A16-DEFE-D39B-DF5397DB746F}"/>
              </a:ext>
            </a:extLst>
          </p:cNvPr>
          <p:cNvCxnSpPr>
            <a:cxnSpLocks/>
          </p:cNvCxnSpPr>
          <p:nvPr/>
        </p:nvCxnSpPr>
        <p:spPr>
          <a:xfrm flipH="1">
            <a:off x="3245140" y="2235982"/>
            <a:ext cx="5210824" cy="0"/>
          </a:xfrm>
          <a:prstGeom prst="line">
            <a:avLst/>
          </a:prstGeom>
          <a:ln w="12700">
            <a:solidFill>
              <a:srgbClr val="2A31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EA16CEF-6A4B-6404-F54F-CC027D889FFF}"/>
              </a:ext>
            </a:extLst>
          </p:cNvPr>
          <p:cNvSpPr txBox="1"/>
          <p:nvPr/>
        </p:nvSpPr>
        <p:spPr>
          <a:xfrm>
            <a:off x="4245278" y="2460543"/>
            <a:ext cx="440131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4400" b="0" i="0" dirty="0">
                <a:solidFill>
                  <a:schemeClr val="bg1"/>
                </a:solidFill>
                <a:effectLst/>
                <a:latin typeface="Amiri"/>
              </a:rPr>
              <a:t>بِسْمِ ٱللَّهِ ٱلرَّحْمَـٰنِ ٱلرَّحِيمِ</a:t>
            </a:r>
            <a:endParaRPr lang="en-US" sz="4400" dirty="0">
              <a:solidFill>
                <a:schemeClr val="bg1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2DEEEBA-A88B-BE5E-8B35-934D50F38614}"/>
              </a:ext>
            </a:extLst>
          </p:cNvPr>
          <p:cNvSpPr>
            <a:spLocks noChangeAspect="1"/>
          </p:cNvSpPr>
          <p:nvPr/>
        </p:nvSpPr>
        <p:spPr>
          <a:xfrm>
            <a:off x="3781982" y="2691247"/>
            <a:ext cx="365760" cy="365760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D51340-BF2F-7BB3-19BA-E06EE534355A}"/>
              </a:ext>
            </a:extLst>
          </p:cNvPr>
          <p:cNvSpPr txBox="1"/>
          <p:nvPr/>
        </p:nvSpPr>
        <p:spPr>
          <a:xfrm>
            <a:off x="3192272" y="3812811"/>
            <a:ext cx="559207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i="0" dirty="0">
                <a:solidFill>
                  <a:srgbClr val="E7E9EA"/>
                </a:solidFill>
                <a:effectLst/>
                <a:latin typeface="Figtree"/>
              </a:rPr>
              <a:t>In the name of Allāh, the Entirely Merciful, the Especially Merciful.</a:t>
            </a: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66EA6C-FC38-AFD3-FC04-121A9A64F0C3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3977787" y="1884345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211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444445-BA1B-1C8B-372F-46F7476D9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36A38B4-FA3A-A626-4394-78E6D66CA7B8}"/>
              </a:ext>
            </a:extLst>
          </p:cNvPr>
          <p:cNvSpPr/>
          <p:nvPr/>
        </p:nvSpPr>
        <p:spPr>
          <a:xfrm>
            <a:off x="1383127" y="1141338"/>
            <a:ext cx="4712873" cy="3863477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C2F8F52-2894-D77E-9802-4F560B2E7934}"/>
              </a:ext>
            </a:extLst>
          </p:cNvPr>
          <p:cNvSpPr/>
          <p:nvPr/>
        </p:nvSpPr>
        <p:spPr>
          <a:xfrm>
            <a:off x="1449467" y="1729500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A2810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0E6655-F7E6-77F6-16C9-0D93FDDA1978}"/>
              </a:ext>
            </a:extLst>
          </p:cNvPr>
          <p:cNvSpPr txBox="1"/>
          <p:nvPr/>
        </p:nvSpPr>
        <p:spPr>
          <a:xfrm>
            <a:off x="1822240" y="1922043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Night Sky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3FDDB-463F-3068-2A09-F183FE20D6A5}"/>
              </a:ext>
            </a:extLst>
          </p:cNvPr>
          <p:cNvSpPr txBox="1"/>
          <p:nvPr/>
        </p:nvSpPr>
        <p:spPr>
          <a:xfrm>
            <a:off x="4256996" y="1912768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Heaven Light</a:t>
            </a:r>
            <a:endParaRPr lang="en-US" dirty="0"/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3E4007D-F38B-86C1-17C8-701213B66295}"/>
              </a:ext>
            </a:extLst>
          </p:cNvPr>
          <p:cNvGrpSpPr/>
          <p:nvPr/>
        </p:nvGrpSpPr>
        <p:grpSpPr>
          <a:xfrm>
            <a:off x="2971909" y="1941215"/>
            <a:ext cx="1198023" cy="369332"/>
            <a:chOff x="1759380" y="904895"/>
            <a:chExt cx="1198023" cy="369332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4C9AAA09-CDFA-1FE0-3D0E-9004C774DF31}"/>
                </a:ext>
              </a:extLst>
            </p:cNvPr>
            <p:cNvSpPr/>
            <p:nvPr/>
          </p:nvSpPr>
          <p:spPr>
            <a:xfrm>
              <a:off x="1759380" y="904895"/>
              <a:ext cx="1198023" cy="36933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0BB064F4-9A08-457A-EBB3-4878350AEDDE}"/>
                </a:ext>
              </a:extLst>
            </p:cNvPr>
            <p:cNvSpPr/>
            <p:nvPr/>
          </p:nvSpPr>
          <p:spPr>
            <a:xfrm>
              <a:off x="2317106" y="941936"/>
              <a:ext cx="564594" cy="298848"/>
            </a:xfrm>
            <a:prstGeom prst="roundRect">
              <a:avLst>
                <a:gd name="adj" fmla="val 50000"/>
              </a:avLst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90BBD0C7-ABD0-A68F-9FA6-424A3496AB27}"/>
              </a:ext>
            </a:extLst>
          </p:cNvPr>
          <p:cNvSpPr/>
          <p:nvPr/>
        </p:nvSpPr>
        <p:spPr>
          <a:xfrm>
            <a:off x="1449467" y="2544695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A2810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/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6BF0A6CC-7A0C-F1CE-3760-66D46A927387}"/>
              </a:ext>
            </a:extLst>
          </p:cNvPr>
          <p:cNvSpPr/>
          <p:nvPr/>
        </p:nvSpPr>
        <p:spPr>
          <a:xfrm>
            <a:off x="4490594" y="2737238"/>
            <a:ext cx="1198023" cy="369332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1C3BE8B-5FC8-EF28-87F8-EF47C12CC7D1}"/>
              </a:ext>
            </a:extLst>
          </p:cNvPr>
          <p:cNvSpPr txBox="1"/>
          <p:nvPr/>
        </p:nvSpPr>
        <p:spPr>
          <a:xfrm>
            <a:off x="1822241" y="2737238"/>
            <a:ext cx="22876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Toggle Translation</a:t>
            </a:r>
            <a:endParaRPr lang="en-US" dirty="0"/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9F17CECE-F312-0C9E-DE8E-4714DAC810B4}"/>
              </a:ext>
            </a:extLst>
          </p:cNvPr>
          <p:cNvSpPr/>
          <p:nvPr/>
        </p:nvSpPr>
        <p:spPr>
          <a:xfrm>
            <a:off x="4529473" y="2772480"/>
            <a:ext cx="564594" cy="298848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Off</a:t>
            </a:r>
            <a:endParaRPr lang="en-US" dirty="0"/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EA654380-8FE2-74AC-5F3E-C7DB1BE1DDED}"/>
              </a:ext>
            </a:extLst>
          </p:cNvPr>
          <p:cNvSpPr/>
          <p:nvPr/>
        </p:nvSpPr>
        <p:spPr>
          <a:xfrm>
            <a:off x="5048320" y="2774279"/>
            <a:ext cx="564594" cy="298848"/>
          </a:xfrm>
          <a:prstGeom prst="roundRect">
            <a:avLst>
              <a:gd name="adj" fmla="val 50000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On</a:t>
            </a:r>
            <a:endParaRPr lang="en-US" dirty="0"/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0CF298D0-F938-3EDD-DDA3-25A337E30A43}"/>
              </a:ext>
            </a:extLst>
          </p:cNvPr>
          <p:cNvSpPr/>
          <p:nvPr/>
        </p:nvSpPr>
        <p:spPr>
          <a:xfrm>
            <a:off x="1449467" y="3379958"/>
            <a:ext cx="4572000" cy="1201532"/>
          </a:xfrm>
          <a:prstGeom prst="roundRect">
            <a:avLst>
              <a:gd name="adj" fmla="val 25939"/>
            </a:avLst>
          </a:prstGeom>
          <a:solidFill>
            <a:srgbClr val="1A2810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/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66228828-11D4-4CA3-7ADA-037FA80B3469}"/>
              </a:ext>
            </a:extLst>
          </p:cNvPr>
          <p:cNvSpPr/>
          <p:nvPr/>
        </p:nvSpPr>
        <p:spPr>
          <a:xfrm>
            <a:off x="1964246" y="3964708"/>
            <a:ext cx="3213347" cy="209706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A211028-A4D3-DA84-8949-4A1BE98CC2DF}"/>
              </a:ext>
            </a:extLst>
          </p:cNvPr>
          <p:cNvSpPr txBox="1"/>
          <p:nvPr/>
        </p:nvSpPr>
        <p:spPr>
          <a:xfrm>
            <a:off x="1699808" y="3463040"/>
            <a:ext cx="22876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Font Size</a:t>
            </a:r>
            <a:endParaRPr 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0C1C612-93F4-FD06-0B32-6124B2EC0B8C}"/>
              </a:ext>
            </a:extLst>
          </p:cNvPr>
          <p:cNvSpPr txBox="1"/>
          <p:nvPr/>
        </p:nvSpPr>
        <p:spPr>
          <a:xfrm>
            <a:off x="1685039" y="3910742"/>
            <a:ext cx="6294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1D9D29-AB82-1AB6-8CD8-A7CEBCD78121}"/>
              </a:ext>
            </a:extLst>
          </p:cNvPr>
          <p:cNvSpPr txBox="1"/>
          <p:nvPr/>
        </p:nvSpPr>
        <p:spPr>
          <a:xfrm>
            <a:off x="5134622" y="3829015"/>
            <a:ext cx="6294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A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C9D21D3-789D-0ABD-9257-096944AF24FD}"/>
              </a:ext>
            </a:extLst>
          </p:cNvPr>
          <p:cNvSpPr/>
          <p:nvPr/>
        </p:nvSpPr>
        <p:spPr>
          <a:xfrm>
            <a:off x="1997682" y="3980724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BAC29F7-C076-9595-9AE8-9CF5977FFBB6}"/>
              </a:ext>
            </a:extLst>
          </p:cNvPr>
          <p:cNvSpPr/>
          <p:nvPr/>
        </p:nvSpPr>
        <p:spPr>
          <a:xfrm>
            <a:off x="4968649" y="3984092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84F0019F-0B48-8D04-133A-69CA59F8B0D4}"/>
              </a:ext>
            </a:extLst>
          </p:cNvPr>
          <p:cNvSpPr/>
          <p:nvPr/>
        </p:nvSpPr>
        <p:spPr>
          <a:xfrm>
            <a:off x="3479479" y="3978121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1B633A8-E545-71EC-23C8-414A3A2EA0BE}"/>
              </a:ext>
            </a:extLst>
          </p:cNvPr>
          <p:cNvSpPr/>
          <p:nvPr/>
        </p:nvSpPr>
        <p:spPr>
          <a:xfrm>
            <a:off x="2683047" y="3978121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C4E80124-0584-1005-1F27-6874BB59EB55}"/>
              </a:ext>
            </a:extLst>
          </p:cNvPr>
          <p:cNvSpPr/>
          <p:nvPr/>
        </p:nvSpPr>
        <p:spPr>
          <a:xfrm>
            <a:off x="4271189" y="3978121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7E1EE28F-0FD9-435A-7A61-3355C3AF5D71}"/>
              </a:ext>
            </a:extLst>
          </p:cNvPr>
          <p:cNvSpPr>
            <a:spLocks noChangeAspect="1"/>
          </p:cNvSpPr>
          <p:nvPr/>
        </p:nvSpPr>
        <p:spPr>
          <a:xfrm>
            <a:off x="3424597" y="3943474"/>
            <a:ext cx="301752" cy="246812"/>
          </a:xfrm>
          <a:prstGeom prst="roundRect">
            <a:avLst>
              <a:gd name="adj" fmla="val 47093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6" name="Graphic 75" descr="Single gear with solid fill">
            <a:extLst>
              <a:ext uri="{FF2B5EF4-FFF2-40B4-BE49-F238E27FC236}">
                <a16:creationId xmlns:a16="http://schemas.microsoft.com/office/drawing/2014/main" id="{203CC575-F03B-CF22-B84C-EC80A1236B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3909" y="1152721"/>
            <a:ext cx="3837214" cy="3837214"/>
          </a:xfrm>
          <a:prstGeom prst="rect">
            <a:avLst/>
          </a:prstGeom>
        </p:spPr>
      </p:pic>
      <p:pic>
        <p:nvPicPr>
          <p:cNvPr id="78" name="Graphic 77" descr="Single gear with solid fill">
            <a:extLst>
              <a:ext uri="{FF2B5EF4-FFF2-40B4-BE49-F238E27FC236}">
                <a16:creationId xmlns:a16="http://schemas.microsoft.com/office/drawing/2014/main" id="{3E09FD0F-29A3-E1A1-720B-A2A87F0E7E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28463" y="1166072"/>
            <a:ext cx="529985" cy="529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7011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1293</TotalTime>
  <Words>206</Words>
  <Application>Microsoft Macintosh PowerPoint</Application>
  <PresentationFormat>Widescreen</PresentationFormat>
  <Paragraphs>108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Amiri</vt:lpstr>
      <vt:lpstr>Figtree</vt:lpstr>
      <vt:lpstr>ui-sans-serif</vt:lpstr>
      <vt:lpstr>Arial</vt:lpstr>
      <vt:lpstr>Calibri</vt:lpstr>
      <vt:lpstr>Calibri Light</vt:lpstr>
      <vt:lpstr>JetBrains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JAKIR HUSSAIN</dc:creator>
  <cp:lastModifiedBy>JAKIR HUSSAIN</cp:lastModifiedBy>
  <cp:revision>12</cp:revision>
  <dcterms:created xsi:type="dcterms:W3CDTF">2025-11-20T07:31:52Z</dcterms:created>
  <dcterms:modified xsi:type="dcterms:W3CDTF">2025-11-21T18:01:02Z</dcterms:modified>
</cp:coreProperties>
</file>