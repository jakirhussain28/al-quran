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6" r:id="rId2"/>
    <p:sldId id="256" r:id="rId3"/>
    <p:sldId id="261" r:id="rId4"/>
    <p:sldId id="259" r:id="rId5"/>
    <p:sldId id="262" r:id="rId6"/>
    <p:sldId id="258" r:id="rId7"/>
    <p:sldId id="263" r:id="rId8"/>
    <p:sldId id="264" r:id="rId9"/>
    <p:sldId id="268" r:id="rId10"/>
    <p:sldId id="269" r:id="rId11"/>
    <p:sldId id="267" r:id="rId12"/>
    <p:sldId id="274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BFBD"/>
    <a:srgbClr val="D7D3D1"/>
    <a:srgbClr val="A6A09D"/>
    <a:srgbClr val="F5F5F5"/>
    <a:srgbClr val="FFFFFF"/>
    <a:srgbClr val="00D492"/>
    <a:srgbClr val="06B050"/>
    <a:srgbClr val="DD7B00"/>
    <a:srgbClr val="945200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9"/>
    <p:restoredTop sz="94716"/>
  </p:normalViewPr>
  <p:slideViewPr>
    <p:cSldViewPr snapToGrid="0">
      <p:cViewPr varScale="1">
        <p:scale>
          <a:sx n="116" d="100"/>
          <a:sy n="116" d="100"/>
        </p:scale>
        <p:origin x="2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01:05.696"/>
    </inkml:context>
    <inkml:brush xml:id="br0">
      <inkml:brushProperty name="width" value="0.10583" units="cm"/>
      <inkml:brushProperty name="height" value="0.10583" units="cm"/>
      <inkml:brushProperty name="color" value="#FFFFFF"/>
    </inkml:brush>
  </inkml:definitions>
  <inkml:trace contextRef="#ctx0" brushRef="#br0">0 6497 8027,'20'-74'0,"-4"27"0,3-2 0,-3 0 0,3-1 0,8-8 0,4-5 0,-3 6 0,3-3 0,1-2 0,4-3 0,2-1 0,2-3-334,-3 5 1,3-3 0,1-1 0,0 1 0,1 0 0,0 2 0,1-1-1,2-1 334,4-8 0,2-1 0,2-1 0,0 1-108,0 0 1,1 1-1,1-1 1,4-4-1,-9 13 1,2-2-1,3-2 1,0 0-1,1-1 1,-1 2 107,0 0 0,1 1 0,-1-1 0,2 1 0,1-2 0,3-2 0,-7 8 0,3-1 0,1-3 0,1 1 0,0-1 0,1 1 0,-2 2 0,-1 3-211,8-9 0,-2 4 0,0 1 0,1 0 0,0 0 0,3-2 211,-2 1 0,4-3 0,0-1 0,1 1 0,0 1 0,-2 3 0,-3 4 0,8-3 0,-4 5 0,0 2 0,1 0 0,3-2 0,1-2 0,3-2 0,3-2 0,-1 2 0,-1 1 0,-5 6 0,-5 5 0,-4 4 0,0 2 0,-1 0 0,2-1-61,5-3 0,2 0 1,0 0-1,-1 1 0,-2 4 1,3-2-1,-2 4 0,0 1 1,-1 2 60,0 1 0,-1 2 0,0 1 0,-1 1 0,17-7 0,-1 2 0,1-1 0,-15 7 0,2-3 0,-2 2 0,-4 4 0,26-10 0,-6 4 0,-5 0 0,-3 2 190,-13 5 1,-2 1 0,3-4-1,-3 2-190,22-15 0,3-3 1142,-26 15-1142,-5 1 0,-17 9 1290,-11 6 1,-11 7-1291,-5 2 1068,-4 5-1068,2-7 0,-11 9 0,-6-6 0,-19 9 0,-24 2 0,-27 2 0,-5 4 0,13 2 0,-6 1 0,0 0 0,1 1 0,4-1 0,1-1 0,4-1 0,1 0 0,3-1 0,3-1 0,-41 5 0,45-5 0,2-1 0,-19 2 0,-9 2 0,20-3 0,18-2 0,53-2 0,30-6 0,6 0 0,7-1 0,-2-1 0,3-2 0,17-5 0,3 0 0,-11 3 0,0 2 0,13-2 0,0 1 0,-8 4 0,-2 1 0,0 0 0,0 1 0,-3 1 0,-2 1 0,32 0 0,3 1 0,-22 1 0,-2 5 0,-30 13 0,-17 13 0,-52 16 0,-32 24 0,8-30 0,-6 1 0,-6 10 0,-4 4 0,14-12 0,-1 2 0,2-1 0,-13 15 0,2 0-214,-3 5 1,1 1 213,2 0 0,3-1 0,18-15 0,1-1-9,-7 7 1,1 1 0,7-7 0,1-1 8,-1 1 0,-1 0 0,-1-3 0,0-2 0,4-5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5:37:11.094"/>
    </inkml:context>
    <inkml:brush xml:id="br0">
      <inkml:brushProperty name="width" value="0.10583" units="cm"/>
      <inkml:brushProperty name="height" value="0.10583" units="cm"/>
      <inkml:brushProperty name="color" value="#FFFFFF"/>
    </inkml:brush>
  </inkml:definitions>
  <inkml:trace contextRef="#ctx0" brushRef="#br0">0 6497 8027,'20'-74'0,"-4"27"0,3-2 0,-3 0 0,3-1 0,8-8 0,4-5 0,-3 6 0,3-3 0,1-2 0,4-3 0,2-1 0,2-3-334,-3 5 1,3-3 0,1-1 0,0 1 0,1 0 0,0 2 0,1-1-1,2-1 334,4-8 0,2-1 0,2-1 0,0 1-108,0 0 1,1 1-1,1-1 1,4-4-1,-9 13 1,2-2-1,3-2 1,0 0-1,1-1 1,-1 2 107,0 0 0,1 1 0,-1-1 0,2 1 0,1-2 0,3-2 0,-7 8 0,3-1 0,1-3 0,1 1 0,0-1 0,1 1 0,-2 2 0,-1 3-211,8-9 0,-2 4 0,0 1 0,1 0 0,0 0 0,3-2 211,-2 1 0,4-3 0,0-1 0,1 1 0,0 1 0,-2 3 0,-3 4 0,8-3 0,-4 5 0,0 2 0,1 0 0,3-2 0,1-2 0,3-2 0,3-2 0,-1 2 0,-1 1 0,-5 6 0,-5 5 0,-4 4 0,0 2 0,-1 0 0,2-1-61,5-3 0,2 0 1,0 0-1,-1 1 0,-2 4 1,3-2-1,-2 4 0,0 1 1,-1 2 60,0 1 0,-1 2 0,0 1 0,-1 1 0,17-7 0,-1 2 0,1-1 0,-15 7 0,2-3 0,-2 2 0,-4 4 0,26-10 0,-6 4 0,-5 0 0,-3 2 190,-13 5 1,-2 1 0,3-4-1,-3 2-190,22-15 0,3-3 1142,-26 15-1142,-5 1 0,-17 9 1290,-11 6 1,-11 7-1291,-5 2 1068,-4 5-1068,2-7 0,-11 9 0,-6-6 0,-19 9 0,-24 2 0,-27 2 0,-5 4 0,13 2 0,-6 1 0,0 0 0,1 1 0,4-1 0,1-1 0,4-1 0,1 0 0,3-1 0,3-1 0,-41 5 0,45-5 0,2-1 0,-19 2 0,-9 2 0,20-3 0,18-2 0,53-2 0,30-6 0,6 0 0,7-1 0,-2-1 0,3-2 0,17-5 0,3 0 0,-11 3 0,0 2 0,13-2 0,0 1 0,-8 4 0,-2 1 0,0 0 0,0 1 0,-3 1 0,-2 1 0,32 0 0,3 1 0,-22 1 0,-2 5 0,-30 13 0,-17 13 0,-52 16 0,-32 24 0,8-30 0,-6 1 0,-6 10 0,-4 4 0,14-12 0,-1 2 0,2-1 0,-13 15 0,2 0-214,-3 5 1,1 1 213,2 0 0,3-1 0,18-15 0,1-1-9,-7 7 1,1 1 0,7-7 0,1-1 8,-1 1 0,-1 0 0,-1-3 0,0-2 0,4-5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CD573-D599-2847-BBDA-6BFAA524DB5F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DE004-1C1C-C548-8FF1-8095E8920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14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A1AD4-1BCE-34D3-C545-EA01C7FD1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4" y="1122363"/>
            <a:ext cx="9144000" cy="2387600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42C99-16F7-05EC-B366-1830DA675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4" y="3602038"/>
            <a:ext cx="9144000" cy="1655762"/>
          </a:xfrm>
        </p:spPr>
        <p:txBody>
          <a:bodyPr/>
          <a:lstStyle>
            <a:lvl1pPr marL="0" indent="0" algn="ctr">
              <a:buNone/>
              <a:defRPr sz="2401"/>
            </a:lvl1pPr>
            <a:lvl2pPr marL="457220" indent="0" algn="ctr">
              <a:buNone/>
              <a:defRPr sz="2001"/>
            </a:lvl2pPr>
            <a:lvl3pPr marL="914438" indent="0" algn="ctr">
              <a:buNone/>
              <a:defRPr sz="1800"/>
            </a:lvl3pPr>
            <a:lvl4pPr marL="1371656" indent="0" algn="ctr">
              <a:buNone/>
              <a:defRPr sz="1601"/>
            </a:lvl4pPr>
            <a:lvl5pPr marL="1828875" indent="0" algn="ctr">
              <a:buNone/>
              <a:defRPr sz="1601"/>
            </a:lvl5pPr>
            <a:lvl6pPr marL="2286094" indent="0" algn="ctr">
              <a:buNone/>
              <a:defRPr sz="1601"/>
            </a:lvl6pPr>
            <a:lvl7pPr marL="2743313" indent="0" algn="ctr">
              <a:buNone/>
              <a:defRPr sz="1601"/>
            </a:lvl7pPr>
            <a:lvl8pPr marL="3200530" indent="0" algn="ctr">
              <a:buNone/>
              <a:defRPr sz="1601"/>
            </a:lvl8pPr>
            <a:lvl9pPr marL="3657749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20ABE-5E33-2340-D487-AA444331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A56EF-C371-2B61-9080-E48546CDC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079C4-7242-6B2C-6E9C-600E66E5C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12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9F644-76CF-F027-DEAE-107ED7BA6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86F-4BDE-8079-212F-391F47508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86696-0D65-5205-D052-0305B495E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23AE9-14C4-BA0B-7F74-D442949E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8A399-F0F5-BE85-178D-8484876C5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20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83DD2-7D1E-E8C3-64EB-C4429E5A7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1" cy="2852737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FFB17-C58A-F1AD-817C-D5E482A52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601" cy="1500187"/>
          </a:xfrm>
        </p:spPr>
        <p:txBody>
          <a:bodyPr/>
          <a:lstStyle>
            <a:lvl1pPr marL="0" indent="0">
              <a:buNone/>
              <a:defRPr sz="2401">
                <a:solidFill>
                  <a:schemeClr val="tx1">
                    <a:tint val="75000"/>
                  </a:schemeClr>
                </a:solidFill>
              </a:defRPr>
            </a:lvl1pPr>
            <a:lvl2pPr marL="457220" indent="0">
              <a:buNone/>
              <a:defRPr sz="2001">
                <a:solidFill>
                  <a:schemeClr val="tx1">
                    <a:tint val="75000"/>
                  </a:schemeClr>
                </a:solidFill>
              </a:defRPr>
            </a:lvl2pPr>
            <a:lvl3pPr marL="91443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56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4pPr>
            <a:lvl5pPr marL="1828875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5pPr>
            <a:lvl6pPr marL="2286094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6pPr>
            <a:lvl7pPr marL="2743313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7pPr>
            <a:lvl8pPr marL="3200530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8pPr>
            <a:lvl9pPr marL="3657749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2C44F-EA82-05C9-1DC2-CC4B85271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7DB4A-CCEF-A360-A9FF-8BC6BD083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5E683-B90D-8C7B-5FF4-60192A297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58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71883-D112-7EE2-3EB9-0473258DE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900CB-50C2-9236-A621-A47C5F4189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3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3FE6B-B416-7756-2B3C-AD3273135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40D7C-E2FB-D552-D3D7-28723E2A2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5A17D-CBF4-F2BB-967B-40C805365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0FF27-F811-B213-94E5-078F6C1B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17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9BA56-5A3E-7D72-D6EF-DFE1306F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1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95CA7-110B-3176-9D76-D3DE0D9DD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6" cy="823912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220" indent="0">
              <a:buNone/>
              <a:defRPr sz="2001" b="1"/>
            </a:lvl2pPr>
            <a:lvl3pPr marL="914438" indent="0">
              <a:buNone/>
              <a:defRPr sz="1800" b="1"/>
            </a:lvl3pPr>
            <a:lvl4pPr marL="1371656" indent="0">
              <a:buNone/>
              <a:defRPr sz="1601" b="1"/>
            </a:lvl4pPr>
            <a:lvl5pPr marL="1828875" indent="0">
              <a:buNone/>
              <a:defRPr sz="1601" b="1"/>
            </a:lvl5pPr>
            <a:lvl6pPr marL="2286094" indent="0">
              <a:buNone/>
              <a:defRPr sz="1601" b="1"/>
            </a:lvl6pPr>
            <a:lvl7pPr marL="2743313" indent="0">
              <a:buNone/>
              <a:defRPr sz="1601" b="1"/>
            </a:lvl7pPr>
            <a:lvl8pPr marL="3200530" indent="0">
              <a:buNone/>
              <a:defRPr sz="1601" b="1"/>
            </a:lvl8pPr>
            <a:lvl9pPr marL="3657749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F9BA7-1AAF-202A-05E5-A6D80A741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389B2-8A2E-2561-FA60-C694BDD56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7" cy="823912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220" indent="0">
              <a:buNone/>
              <a:defRPr sz="2001" b="1"/>
            </a:lvl2pPr>
            <a:lvl3pPr marL="914438" indent="0">
              <a:buNone/>
              <a:defRPr sz="1800" b="1"/>
            </a:lvl3pPr>
            <a:lvl4pPr marL="1371656" indent="0">
              <a:buNone/>
              <a:defRPr sz="1601" b="1"/>
            </a:lvl4pPr>
            <a:lvl5pPr marL="1828875" indent="0">
              <a:buNone/>
              <a:defRPr sz="1601" b="1"/>
            </a:lvl5pPr>
            <a:lvl6pPr marL="2286094" indent="0">
              <a:buNone/>
              <a:defRPr sz="1601" b="1"/>
            </a:lvl6pPr>
            <a:lvl7pPr marL="2743313" indent="0">
              <a:buNone/>
              <a:defRPr sz="1601" b="1"/>
            </a:lvl7pPr>
            <a:lvl8pPr marL="3200530" indent="0">
              <a:buNone/>
              <a:defRPr sz="1601" b="1"/>
            </a:lvl8pPr>
            <a:lvl9pPr marL="3657749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7D8E83-3233-8BA2-33E4-7B71800BB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7441A5-2441-0683-9510-2B71B3CD3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6C9567-5F08-8DD8-B58A-EBECA271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1437D3-66D1-24AE-DC82-A1A0A16B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98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E3BC0-DF50-3B9D-8BB5-DDEC12A5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1405A8-643D-2B9E-D93E-BCFD6A0E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6D9E45-17CE-0391-FCC0-BFFEB6EE3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7220F-7B6D-4843-103D-9AC5C5BE0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67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80C9C-306A-6CBD-CDD7-729A8CCA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C826BD-F39A-E4AD-4211-8B2D3A1C2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0164C-9B27-3547-1DDC-BEEC028D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9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F2CE6-6917-C4C7-C1A4-A09E48BBE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2" y="457200"/>
            <a:ext cx="3932239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C918C-EA6C-C3F5-D8CC-D853DD728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401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EBD7B-7816-9CA9-1AA1-7D7207B05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2" y="2057400"/>
            <a:ext cx="3932239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20" indent="0">
              <a:buNone/>
              <a:defRPr sz="1400"/>
            </a:lvl2pPr>
            <a:lvl3pPr marL="914438" indent="0">
              <a:buNone/>
              <a:defRPr sz="1201"/>
            </a:lvl3pPr>
            <a:lvl4pPr marL="1371656" indent="0">
              <a:buNone/>
              <a:defRPr sz="999"/>
            </a:lvl4pPr>
            <a:lvl5pPr marL="1828875" indent="0">
              <a:buNone/>
              <a:defRPr sz="999"/>
            </a:lvl5pPr>
            <a:lvl6pPr marL="2286094" indent="0">
              <a:buNone/>
              <a:defRPr sz="999"/>
            </a:lvl6pPr>
            <a:lvl7pPr marL="2743313" indent="0">
              <a:buNone/>
              <a:defRPr sz="999"/>
            </a:lvl7pPr>
            <a:lvl8pPr marL="3200530" indent="0">
              <a:buNone/>
              <a:defRPr sz="999"/>
            </a:lvl8pPr>
            <a:lvl9pPr marL="3657749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49C38-308C-21EA-DC84-178B005A6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75DD8-1880-A485-77F9-911FC308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6AC7E-B905-A857-C41B-5661AAEA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7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9C98-5676-BD89-D7EC-2547A740E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2" y="457200"/>
            <a:ext cx="3932239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97329C-87A9-A1AB-7993-09460152A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220" indent="0">
              <a:buNone/>
              <a:defRPr sz="2799"/>
            </a:lvl2pPr>
            <a:lvl3pPr marL="914438" indent="0">
              <a:buNone/>
              <a:defRPr sz="2401"/>
            </a:lvl3pPr>
            <a:lvl4pPr marL="1371656" indent="0">
              <a:buNone/>
              <a:defRPr sz="2001"/>
            </a:lvl4pPr>
            <a:lvl5pPr marL="1828875" indent="0">
              <a:buNone/>
              <a:defRPr sz="2001"/>
            </a:lvl5pPr>
            <a:lvl6pPr marL="2286094" indent="0">
              <a:buNone/>
              <a:defRPr sz="2001"/>
            </a:lvl6pPr>
            <a:lvl7pPr marL="2743313" indent="0">
              <a:buNone/>
              <a:defRPr sz="2001"/>
            </a:lvl7pPr>
            <a:lvl8pPr marL="3200530" indent="0">
              <a:buNone/>
              <a:defRPr sz="2001"/>
            </a:lvl8pPr>
            <a:lvl9pPr marL="3657749" indent="0">
              <a:buNone/>
              <a:defRPr sz="2001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5A1EC-69AB-EEC8-4084-B3FB4F4E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2" y="2057400"/>
            <a:ext cx="3932239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20" indent="0">
              <a:buNone/>
              <a:defRPr sz="1400"/>
            </a:lvl2pPr>
            <a:lvl3pPr marL="914438" indent="0">
              <a:buNone/>
              <a:defRPr sz="1201"/>
            </a:lvl3pPr>
            <a:lvl4pPr marL="1371656" indent="0">
              <a:buNone/>
              <a:defRPr sz="999"/>
            </a:lvl4pPr>
            <a:lvl5pPr marL="1828875" indent="0">
              <a:buNone/>
              <a:defRPr sz="999"/>
            </a:lvl5pPr>
            <a:lvl6pPr marL="2286094" indent="0">
              <a:buNone/>
              <a:defRPr sz="999"/>
            </a:lvl6pPr>
            <a:lvl7pPr marL="2743313" indent="0">
              <a:buNone/>
              <a:defRPr sz="999"/>
            </a:lvl7pPr>
            <a:lvl8pPr marL="3200530" indent="0">
              <a:buNone/>
              <a:defRPr sz="999"/>
            </a:lvl8pPr>
            <a:lvl9pPr marL="3657749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87A59-8C99-BD2C-F323-3BCD42B3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DB9C4-B90D-1536-1D0F-E3B05595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8CA06-4615-0348-AA3D-660807CD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7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07C6C-6F67-D4DD-0A10-444A9458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DB3D1-E809-EF3F-ED30-777D24972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C5DEF-390E-7766-2594-C27A47518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BA7A8-BAED-F900-26F4-42A8E04D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02168-2A29-1BB3-20F2-38C265A7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226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A812CB-5E10-00CE-2FEC-AD9AE8B2C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643AD-23EC-7A5E-90F9-1D9F58D5F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5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89997-7A02-E600-623D-C0EE44239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873D1-CA74-3B1A-EDD3-609D46848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DF8DF-6F7E-80FE-0F52-4891BE2E7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92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308075-26DE-FF9F-33A7-EF4D8C52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BA884-92A3-12FA-7DF4-5F0A19938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6944C-BFD4-3CB2-329B-F5FAF06DE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5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8307C-8EDA-4B45-B77E-3F369AD75B9E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EB4F2-0016-3BF2-52FE-ED146DCCA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3"/>
            <a:ext cx="411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AD4C2-E508-EF57-7E0C-29DF998B62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6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74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3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8" indent="-228608" algn="l" defTabSz="914438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828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47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66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83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04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22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41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58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0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8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56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75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94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13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30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49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B5B8D3-BA8B-E36F-262B-F67DB7014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DA4B54-0664-2995-AB02-96B9F9459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64" y="794657"/>
            <a:ext cx="4889500" cy="4876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075EDA-708D-03A4-72E6-5B3CE5EC5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607" y="794657"/>
            <a:ext cx="57277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47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38726C-16D4-7355-52BA-0F129C2DC993}"/>
              </a:ext>
            </a:extLst>
          </p:cNvPr>
          <p:cNvSpPr/>
          <p:nvPr/>
        </p:nvSpPr>
        <p:spPr>
          <a:xfrm>
            <a:off x="-1" y="1"/>
            <a:ext cx="12192001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4F2B0AB-8A61-1A09-1746-C5551C9F56DB}"/>
              </a:ext>
            </a:extLst>
          </p:cNvPr>
          <p:cNvSpPr/>
          <p:nvPr/>
        </p:nvSpPr>
        <p:spPr>
          <a:xfrm>
            <a:off x="4038603" y="60070"/>
            <a:ext cx="4114801" cy="489467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ui-sans-serif"/>
              </a:rPr>
              <a:t>Select a Surah to begin reading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Graphic 7" descr="Single gear with solid fill">
            <a:extLst>
              <a:ext uri="{FF2B5EF4-FFF2-40B4-BE49-F238E27FC236}">
                <a16:creationId xmlns:a16="http://schemas.microsoft.com/office/drawing/2014/main" id="{025B87E2-5E12-DBDA-B048-F63CF8F0D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828" y="54037"/>
            <a:ext cx="457200" cy="457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ECB0E8B-FB10-D921-9C81-8199CC560C84}"/>
                  </a:ext>
                </a:extLst>
              </p14:cNvPr>
              <p14:cNvContentPartPr/>
              <p14:nvPr/>
            </p14:nvContentPartPr>
            <p14:xfrm rot="21265090">
              <a:off x="2514840" y="569332"/>
              <a:ext cx="2437920" cy="2338921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ECB0E8B-FB10-D921-9C81-8199CC560C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21265090">
                <a:off x="2495760" y="550252"/>
                <a:ext cx="2475720" cy="2376721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850377CF-B618-CBDB-335B-61DF317C5318}"/>
              </a:ext>
            </a:extLst>
          </p:cNvPr>
          <p:cNvSpPr txBox="1"/>
          <p:nvPr/>
        </p:nvSpPr>
        <p:spPr>
          <a:xfrm>
            <a:off x="1755156" y="3108252"/>
            <a:ext cx="2761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Hover to list down chapters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DA2924-6946-EC56-4A74-9B34AB6EC3F2}"/>
              </a:ext>
            </a:extLst>
          </p:cNvPr>
          <p:cNvSpPr txBox="1"/>
          <p:nvPr/>
        </p:nvSpPr>
        <p:spPr>
          <a:xfrm>
            <a:off x="552269" y="115668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Al-Qur’an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129B5BEA-B1F0-63BF-27E8-9C1A57B847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972" y="73720"/>
            <a:ext cx="454297" cy="4542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30970C-73D5-D246-F5F6-083C204B55F2}"/>
              </a:ext>
            </a:extLst>
          </p:cNvPr>
          <p:cNvSpPr txBox="1"/>
          <p:nvPr/>
        </p:nvSpPr>
        <p:spPr>
          <a:xfrm>
            <a:off x="209226" y="5432947"/>
            <a:ext cx="21259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Desktop</a:t>
            </a:r>
          </a:p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222427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39EBFE-A824-0A9B-D944-5442C16EB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3F9C4A-0404-CCD6-53AC-DEEAFEED23B0}"/>
              </a:ext>
            </a:extLst>
          </p:cNvPr>
          <p:cNvSpPr/>
          <p:nvPr/>
        </p:nvSpPr>
        <p:spPr>
          <a:xfrm>
            <a:off x="0" y="1"/>
            <a:ext cx="4038604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2A0720C-6617-1B7B-0A17-6BF194866374}"/>
              </a:ext>
            </a:extLst>
          </p:cNvPr>
          <p:cNvSpPr/>
          <p:nvPr/>
        </p:nvSpPr>
        <p:spPr>
          <a:xfrm>
            <a:off x="589193" y="74636"/>
            <a:ext cx="2860216" cy="457200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ui-sans-serif"/>
              </a:rPr>
              <a:t>Select a Surah to begin reading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16702025-145F-6792-B1F8-0B1E0D713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28" y="120356"/>
            <a:ext cx="365760" cy="3657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F3DDCC-A4FB-4992-FB24-89000052EA14}"/>
              </a:ext>
            </a:extLst>
          </p:cNvPr>
          <p:cNvSpPr/>
          <p:nvPr/>
        </p:nvSpPr>
        <p:spPr>
          <a:xfrm>
            <a:off x="0" y="0"/>
            <a:ext cx="4038603" cy="6857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C2C5DD6C-5923-DBD6-F811-FD402FBC6D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0226" y="120356"/>
            <a:ext cx="365760" cy="36576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4A3F5D-43AA-FEC8-E8F2-55AB78DE64BB}"/>
              </a:ext>
            </a:extLst>
          </p:cNvPr>
          <p:cNvSpPr/>
          <p:nvPr/>
        </p:nvSpPr>
        <p:spPr>
          <a:xfrm>
            <a:off x="4050815" y="0"/>
            <a:ext cx="814118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7D3CC8-5AE1-AE73-A0D6-004CBA326912}"/>
              </a:ext>
            </a:extLst>
          </p:cNvPr>
          <p:cNvSpPr txBox="1"/>
          <p:nvPr/>
        </p:nvSpPr>
        <p:spPr>
          <a:xfrm>
            <a:off x="7421884" y="2643036"/>
            <a:ext cx="1848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Mobile</a:t>
            </a:r>
          </a:p>
          <a:p>
            <a:r>
              <a:rPr lang="en-US" sz="3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View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23E483A-F973-5982-C500-23724F29D790}"/>
                  </a:ext>
                </a:extLst>
              </p14:cNvPr>
              <p14:cNvContentPartPr/>
              <p14:nvPr/>
            </p14:nvContentPartPr>
            <p14:xfrm rot="20436018">
              <a:off x="810452" y="751590"/>
              <a:ext cx="2437920" cy="2338921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23E483A-F973-5982-C500-23724F29D79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20436018">
                <a:off x="791372" y="732510"/>
                <a:ext cx="2475720" cy="2376721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5525998-2CD5-E17C-6939-4673E0549BA3}"/>
              </a:ext>
            </a:extLst>
          </p:cNvPr>
          <p:cNvSpPr txBox="1"/>
          <p:nvPr/>
        </p:nvSpPr>
        <p:spPr>
          <a:xfrm>
            <a:off x="395649" y="3472768"/>
            <a:ext cx="2525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Tap to list down chapters</a:t>
            </a:r>
          </a:p>
        </p:txBody>
      </p:sp>
    </p:spTree>
    <p:extLst>
      <p:ext uri="{BB962C8B-B14F-4D97-AF65-F5344CB8AC3E}">
        <p14:creationId xmlns:p14="http://schemas.microsoft.com/office/powerpoint/2010/main" val="329381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61C7E-F19C-2FEB-266F-B8F7BE862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C07A37-4ACE-D72D-EA94-93A41EEFA7DB}"/>
              </a:ext>
            </a:extLst>
          </p:cNvPr>
          <p:cNvSpPr/>
          <p:nvPr/>
        </p:nvSpPr>
        <p:spPr>
          <a:xfrm>
            <a:off x="-1" y="1"/>
            <a:ext cx="12192001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B949C-9C3D-4D5E-5DD1-2F56E63AFCC0}"/>
              </a:ext>
            </a:extLst>
          </p:cNvPr>
          <p:cNvSpPr txBox="1"/>
          <p:nvPr/>
        </p:nvSpPr>
        <p:spPr>
          <a:xfrm>
            <a:off x="552269" y="115668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Al-Qur’an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D607F17-690C-278F-31B8-FAFA8DC5FD3C}"/>
              </a:ext>
            </a:extLst>
          </p:cNvPr>
          <p:cNvSpPr/>
          <p:nvPr/>
        </p:nvSpPr>
        <p:spPr>
          <a:xfrm>
            <a:off x="2612572" y="60070"/>
            <a:ext cx="6966856" cy="489467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D37614-DA92-FAD3-7D8D-A84BEC28D3B9}"/>
              </a:ext>
            </a:extLst>
          </p:cNvPr>
          <p:cNvSpPr txBox="1"/>
          <p:nvPr/>
        </p:nvSpPr>
        <p:spPr>
          <a:xfrm>
            <a:off x="2862944" y="115669"/>
            <a:ext cx="139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ui-sans-serif"/>
              </a:rPr>
              <a:t>Al-Fatihah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A7F1B6C-E0DF-0051-BD49-A6381468FB4A}"/>
              </a:ext>
            </a:extLst>
          </p:cNvPr>
          <p:cNvSpPr/>
          <p:nvPr/>
        </p:nvSpPr>
        <p:spPr>
          <a:xfrm>
            <a:off x="8414658" y="118849"/>
            <a:ext cx="1088573" cy="36576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1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60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645CCA-B5F8-FDB1-D5CA-0D84573124CA}"/>
              </a:ext>
            </a:extLst>
          </p:cNvPr>
          <p:cNvSpPr txBox="1"/>
          <p:nvPr/>
        </p:nvSpPr>
        <p:spPr>
          <a:xfrm>
            <a:off x="5540828" y="115671"/>
            <a:ext cx="816429" cy="46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sz="2401" dirty="0">
                <a:solidFill>
                  <a:schemeClr val="accent6">
                    <a:lumMod val="75000"/>
                  </a:schemeClr>
                </a:solidFill>
                <a:latin typeface="Amiri"/>
              </a:rPr>
              <a:t>الفاتحة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" name="Graphic 9" descr="Single gear with solid fill">
            <a:extLst>
              <a:ext uri="{FF2B5EF4-FFF2-40B4-BE49-F238E27FC236}">
                <a16:creationId xmlns:a16="http://schemas.microsoft.com/office/drawing/2014/main" id="{54281594-3E48-EAD2-399A-E1DF61687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828" y="54037"/>
            <a:ext cx="457200" cy="457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BAF2174-2EC0-BC60-EB4A-39D39B7DF3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972" y="73720"/>
            <a:ext cx="454297" cy="4542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2247A3-C1FB-F5B7-336F-DDA33385E421}"/>
              </a:ext>
            </a:extLst>
          </p:cNvPr>
          <p:cNvSpPr txBox="1"/>
          <p:nvPr/>
        </p:nvSpPr>
        <p:spPr>
          <a:xfrm>
            <a:off x="209226" y="5432947"/>
            <a:ext cx="21259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Desktop</a:t>
            </a:r>
          </a:p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3830082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004CB-D682-0A70-498F-555D2E94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CC334D-8CC0-5BF8-2052-1B4312155A01}"/>
              </a:ext>
            </a:extLst>
          </p:cNvPr>
          <p:cNvSpPr/>
          <p:nvPr/>
        </p:nvSpPr>
        <p:spPr>
          <a:xfrm>
            <a:off x="0" y="1"/>
            <a:ext cx="4038604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5FF711-1A39-6938-D7A5-BCE12044FB0F}"/>
              </a:ext>
            </a:extLst>
          </p:cNvPr>
          <p:cNvSpPr/>
          <p:nvPr/>
        </p:nvSpPr>
        <p:spPr>
          <a:xfrm>
            <a:off x="589193" y="74636"/>
            <a:ext cx="2860216" cy="457200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3CAB742-96AC-C46F-D324-EB2F108CB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28" y="120356"/>
            <a:ext cx="365760" cy="3657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696C3BB-F4C5-20E9-D9AC-9C53F2D91D3F}"/>
              </a:ext>
            </a:extLst>
          </p:cNvPr>
          <p:cNvSpPr/>
          <p:nvPr/>
        </p:nvSpPr>
        <p:spPr>
          <a:xfrm>
            <a:off x="0" y="0"/>
            <a:ext cx="4038603" cy="6857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3ABC261E-84AC-3A44-579B-D894BF6748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0226" y="120356"/>
            <a:ext cx="365760" cy="365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59232F-8CB2-338C-E8EB-9AA07B33DB4A}"/>
              </a:ext>
            </a:extLst>
          </p:cNvPr>
          <p:cNvSpPr txBox="1"/>
          <p:nvPr/>
        </p:nvSpPr>
        <p:spPr>
          <a:xfrm>
            <a:off x="589192" y="127378"/>
            <a:ext cx="139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ui-sans-serif"/>
              </a:rPr>
              <a:t>Al-Fatihah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D8E0B05-679D-1BC7-41CF-87CBB9C885C2}"/>
              </a:ext>
            </a:extLst>
          </p:cNvPr>
          <p:cNvSpPr/>
          <p:nvPr/>
        </p:nvSpPr>
        <p:spPr>
          <a:xfrm>
            <a:off x="2987768" y="120356"/>
            <a:ext cx="414904" cy="37609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2B40A0-DDF6-5439-E9C3-1A9B0CB7C9DC}"/>
              </a:ext>
            </a:extLst>
          </p:cNvPr>
          <p:cNvSpPr txBox="1"/>
          <p:nvPr/>
        </p:nvSpPr>
        <p:spPr>
          <a:xfrm>
            <a:off x="2317480" y="120356"/>
            <a:ext cx="816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sz="2000" dirty="0">
                <a:solidFill>
                  <a:schemeClr val="accent6">
                    <a:lumMod val="75000"/>
                  </a:schemeClr>
                </a:solidFill>
                <a:latin typeface="Amiri"/>
              </a:rPr>
              <a:t>الفاتحة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8E313C-2B20-692A-402D-F9BFEB370B32}"/>
              </a:ext>
            </a:extLst>
          </p:cNvPr>
          <p:cNvSpPr/>
          <p:nvPr/>
        </p:nvSpPr>
        <p:spPr>
          <a:xfrm>
            <a:off x="4050815" y="0"/>
            <a:ext cx="814118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FD2F80-367B-75DC-45B5-1CAA7B32D11D}"/>
              </a:ext>
            </a:extLst>
          </p:cNvPr>
          <p:cNvSpPr txBox="1"/>
          <p:nvPr/>
        </p:nvSpPr>
        <p:spPr>
          <a:xfrm>
            <a:off x="7421884" y="2643036"/>
            <a:ext cx="1848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Mobile</a:t>
            </a:r>
          </a:p>
          <a:p>
            <a:r>
              <a:rPr lang="en-US" sz="3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2711579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98BE3-F77F-229F-7D4A-A332B957A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FD6378-4ABF-DF88-CB39-18D35914B9F2}"/>
              </a:ext>
            </a:extLst>
          </p:cNvPr>
          <p:cNvSpPr/>
          <p:nvPr/>
        </p:nvSpPr>
        <p:spPr>
          <a:xfrm>
            <a:off x="-1" y="1"/>
            <a:ext cx="12192001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41D6CF-6649-7738-9CE1-BDE109E90CE4}"/>
              </a:ext>
            </a:extLst>
          </p:cNvPr>
          <p:cNvSpPr txBox="1"/>
          <p:nvPr/>
        </p:nvSpPr>
        <p:spPr>
          <a:xfrm>
            <a:off x="552269" y="115668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Al-Qur’an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2EBE81F-DE71-8B75-F261-EF06AE19BE62}"/>
              </a:ext>
            </a:extLst>
          </p:cNvPr>
          <p:cNvSpPr/>
          <p:nvPr/>
        </p:nvSpPr>
        <p:spPr>
          <a:xfrm>
            <a:off x="4038603" y="56256"/>
            <a:ext cx="4114801" cy="6457691"/>
          </a:xfrm>
          <a:prstGeom prst="roundRect">
            <a:avLst>
              <a:gd name="adj" fmla="val 5322"/>
            </a:avLst>
          </a:prstGeom>
          <a:solidFill>
            <a:srgbClr val="161618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14" indent="-342914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		</a:t>
            </a:r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	</a:t>
            </a:r>
          </a:p>
          <a:p>
            <a:pPr marL="342914" indent="-342914"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Al-Baqarah		</a:t>
            </a:r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البقرة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2" name="Graphic 11" descr="Single gear with solid fill">
            <a:extLst>
              <a:ext uri="{FF2B5EF4-FFF2-40B4-BE49-F238E27FC236}">
                <a16:creationId xmlns:a16="http://schemas.microsoft.com/office/drawing/2014/main" id="{009BA9C7-396B-303F-8175-72013AB55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828" y="54037"/>
            <a:ext cx="457200" cy="4572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6F86020-B3D0-1C4C-216A-3DFDF58348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972" y="73720"/>
            <a:ext cx="454297" cy="4542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ECF253-F9D5-E097-95E4-136E231F6099}"/>
              </a:ext>
            </a:extLst>
          </p:cNvPr>
          <p:cNvSpPr txBox="1"/>
          <p:nvPr/>
        </p:nvSpPr>
        <p:spPr>
          <a:xfrm>
            <a:off x="209226" y="5432947"/>
            <a:ext cx="21259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Desktop</a:t>
            </a:r>
          </a:p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3916162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2CB59-49E1-9539-C902-26EA0DED6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1D32C9-6B5E-03C5-499F-9EDB39332D5C}"/>
              </a:ext>
            </a:extLst>
          </p:cNvPr>
          <p:cNvSpPr/>
          <p:nvPr/>
        </p:nvSpPr>
        <p:spPr>
          <a:xfrm>
            <a:off x="0" y="1"/>
            <a:ext cx="4038604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DCF563-E6AC-84CD-8DE5-F75563004257}"/>
              </a:ext>
            </a:extLst>
          </p:cNvPr>
          <p:cNvSpPr/>
          <p:nvPr/>
        </p:nvSpPr>
        <p:spPr>
          <a:xfrm>
            <a:off x="4038602" y="0"/>
            <a:ext cx="814118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CC4492F-CEAE-C9D5-A14C-BFB5ECB778AE}"/>
              </a:ext>
            </a:extLst>
          </p:cNvPr>
          <p:cNvSpPr/>
          <p:nvPr/>
        </p:nvSpPr>
        <p:spPr>
          <a:xfrm>
            <a:off x="589193" y="74636"/>
            <a:ext cx="2860216" cy="457200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9296E200-461B-E691-09E9-931588616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28" y="120356"/>
            <a:ext cx="365760" cy="365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616DCA-066B-54A8-58CB-DD29F02E445E}"/>
              </a:ext>
            </a:extLst>
          </p:cNvPr>
          <p:cNvSpPr txBox="1"/>
          <p:nvPr/>
        </p:nvSpPr>
        <p:spPr>
          <a:xfrm>
            <a:off x="7421884" y="2643036"/>
            <a:ext cx="1848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Mobile</a:t>
            </a:r>
          </a:p>
          <a:p>
            <a:r>
              <a:rPr lang="en-US" sz="3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4A1FA5-0B34-1423-E5FD-33BA9014F599}"/>
              </a:ext>
            </a:extLst>
          </p:cNvPr>
          <p:cNvSpPr/>
          <p:nvPr/>
        </p:nvSpPr>
        <p:spPr>
          <a:xfrm>
            <a:off x="0" y="0"/>
            <a:ext cx="4038603" cy="6857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80361776-7AAA-773B-C191-96A723FDBE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0226" y="120356"/>
            <a:ext cx="365760" cy="36576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0D2428-99CC-7554-3B12-E4CE99865DBF}"/>
              </a:ext>
            </a:extLst>
          </p:cNvPr>
          <p:cNvSpPr/>
          <p:nvPr/>
        </p:nvSpPr>
        <p:spPr>
          <a:xfrm>
            <a:off x="601406" y="87415"/>
            <a:ext cx="2860216" cy="3755950"/>
          </a:xfrm>
          <a:prstGeom prst="roundRect">
            <a:avLst>
              <a:gd name="adj" fmla="val 7007"/>
            </a:avLst>
          </a:prstGeom>
          <a:solidFill>
            <a:srgbClr val="161618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14" indent="-342914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	</a:t>
            </a:r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342914" indent="-342914"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Al-Baqarah	</a:t>
            </a:r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البقرة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201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963278-1DF9-607D-072A-1D786C1A9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BCD0B2-66C8-5B00-7BA2-D606BE25E9F5}"/>
              </a:ext>
            </a:extLst>
          </p:cNvPr>
          <p:cNvSpPr/>
          <p:nvPr/>
        </p:nvSpPr>
        <p:spPr>
          <a:xfrm>
            <a:off x="170598" y="105019"/>
            <a:ext cx="4712873" cy="3302672"/>
          </a:xfrm>
          <a:prstGeom prst="roundRect">
            <a:avLst>
              <a:gd name="adj" fmla="val 7007"/>
            </a:avLst>
          </a:prstGeom>
          <a:solidFill>
            <a:srgbClr val="161618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8B6F22-6482-F4A9-9871-83178EEC2D32}"/>
              </a:ext>
            </a:extLst>
          </p:cNvPr>
          <p:cNvSpPr txBox="1"/>
          <p:nvPr/>
        </p:nvSpPr>
        <p:spPr>
          <a:xfrm>
            <a:off x="1812664" y="4861875"/>
            <a:ext cx="60995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14" indent="-342914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 	</a:t>
            </a:r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342914" indent="-342914"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Al-Baqarah	</a:t>
            </a:r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البقرة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9C6B256-6D41-3E78-B20A-F092FBC2D1ED}"/>
              </a:ext>
            </a:extLst>
          </p:cNvPr>
          <p:cNvSpPr/>
          <p:nvPr/>
        </p:nvSpPr>
        <p:spPr>
          <a:xfrm>
            <a:off x="236938" y="693180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1D2C1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9438642-637D-B047-479F-803F6F62AEB2}"/>
              </a:ext>
            </a:extLst>
          </p:cNvPr>
          <p:cNvSpPr/>
          <p:nvPr/>
        </p:nvSpPr>
        <p:spPr>
          <a:xfrm>
            <a:off x="505108" y="925363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CF5435-48FF-383F-4626-DF70DDE4E3A7}"/>
              </a:ext>
            </a:extLst>
          </p:cNvPr>
          <p:cNvSpPr txBox="1"/>
          <p:nvPr/>
        </p:nvSpPr>
        <p:spPr>
          <a:xfrm>
            <a:off x="779428" y="765225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96ABEA-EDFE-A2F0-D5F0-A2539D3BA5CB}"/>
              </a:ext>
            </a:extLst>
          </p:cNvPr>
          <p:cNvSpPr txBox="1"/>
          <p:nvPr/>
        </p:nvSpPr>
        <p:spPr>
          <a:xfrm>
            <a:off x="779428" y="1036533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03B6A96-BD37-E010-E177-9D03F2A86DC8}"/>
              </a:ext>
            </a:extLst>
          </p:cNvPr>
          <p:cNvSpPr/>
          <p:nvPr/>
        </p:nvSpPr>
        <p:spPr>
          <a:xfrm>
            <a:off x="3721645" y="942146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F52C26-4563-7ADF-11B8-49E240A67CA3}"/>
              </a:ext>
            </a:extLst>
          </p:cNvPr>
          <p:cNvSpPr/>
          <p:nvPr/>
        </p:nvSpPr>
        <p:spPr>
          <a:xfrm>
            <a:off x="505108" y="1735513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6D2E5C-47D4-B048-9311-00FEB9174CC3}"/>
              </a:ext>
            </a:extLst>
          </p:cNvPr>
          <p:cNvSpPr txBox="1"/>
          <p:nvPr/>
        </p:nvSpPr>
        <p:spPr>
          <a:xfrm>
            <a:off x="779428" y="1575375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FA8025-F3BF-E7C5-01FF-F390273D84C5}"/>
              </a:ext>
            </a:extLst>
          </p:cNvPr>
          <p:cNvSpPr txBox="1"/>
          <p:nvPr/>
        </p:nvSpPr>
        <p:spPr>
          <a:xfrm>
            <a:off x="779428" y="1846683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4AA3D22-F5AA-70C8-F61B-E084FADB930D}"/>
              </a:ext>
            </a:extLst>
          </p:cNvPr>
          <p:cNvSpPr/>
          <p:nvPr/>
        </p:nvSpPr>
        <p:spPr>
          <a:xfrm>
            <a:off x="3721645" y="1752296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3BF9B3-4AF3-5530-3610-12E566BD9D13}"/>
              </a:ext>
            </a:extLst>
          </p:cNvPr>
          <p:cNvSpPr/>
          <p:nvPr/>
        </p:nvSpPr>
        <p:spPr>
          <a:xfrm>
            <a:off x="505108" y="2546244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633D31-379C-7ED9-A46B-6D976E124AFF}"/>
              </a:ext>
            </a:extLst>
          </p:cNvPr>
          <p:cNvSpPr txBox="1"/>
          <p:nvPr/>
        </p:nvSpPr>
        <p:spPr>
          <a:xfrm>
            <a:off x="779428" y="2386106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D60D58-1EC5-27B0-08AC-369CDC2D5EE8}"/>
              </a:ext>
            </a:extLst>
          </p:cNvPr>
          <p:cNvSpPr txBox="1"/>
          <p:nvPr/>
        </p:nvSpPr>
        <p:spPr>
          <a:xfrm>
            <a:off x="779428" y="2657414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7545BFA-697F-004A-9CBB-41BEE47497C2}"/>
              </a:ext>
            </a:extLst>
          </p:cNvPr>
          <p:cNvSpPr/>
          <p:nvPr/>
        </p:nvSpPr>
        <p:spPr>
          <a:xfrm>
            <a:off x="3721645" y="2563027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8408A77-CCE6-DF5D-990F-D616D669A5FC}"/>
              </a:ext>
            </a:extLst>
          </p:cNvPr>
          <p:cNvSpPr/>
          <p:nvPr/>
        </p:nvSpPr>
        <p:spPr>
          <a:xfrm>
            <a:off x="5087523" y="102815"/>
            <a:ext cx="4712873" cy="3304876"/>
          </a:xfrm>
          <a:prstGeom prst="roundRect">
            <a:avLst>
              <a:gd name="adj" fmla="val 7007"/>
            </a:avLst>
          </a:prstGeom>
          <a:solidFill>
            <a:srgbClr val="161618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08DCF6B-6117-E0F8-34A4-A604D1CF88B4}"/>
              </a:ext>
            </a:extLst>
          </p:cNvPr>
          <p:cNvSpPr/>
          <p:nvPr/>
        </p:nvSpPr>
        <p:spPr>
          <a:xfrm>
            <a:off x="5153863" y="690976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1D2C1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ADB03D5-AB34-D126-50C1-323DA752F1CD}"/>
              </a:ext>
            </a:extLst>
          </p:cNvPr>
          <p:cNvSpPr/>
          <p:nvPr/>
        </p:nvSpPr>
        <p:spPr>
          <a:xfrm>
            <a:off x="5422033" y="923159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6F8AC4-8A4B-6C3C-1429-C64138301087}"/>
              </a:ext>
            </a:extLst>
          </p:cNvPr>
          <p:cNvSpPr txBox="1"/>
          <p:nvPr/>
        </p:nvSpPr>
        <p:spPr>
          <a:xfrm>
            <a:off x="5696353" y="763021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Al-Fatihah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295DB2-4DDA-9899-45A2-B1C177749D3F}"/>
              </a:ext>
            </a:extLst>
          </p:cNvPr>
          <p:cNvSpPr txBox="1"/>
          <p:nvPr/>
        </p:nvSpPr>
        <p:spPr>
          <a:xfrm>
            <a:off x="5696353" y="1034329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rgbClr val="00B050"/>
                </a:solidFill>
              </a:rPr>
              <a:t>الفاتحة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969C366-3E8C-16C7-C857-C2CF25D8EED1}"/>
              </a:ext>
            </a:extLst>
          </p:cNvPr>
          <p:cNvSpPr/>
          <p:nvPr/>
        </p:nvSpPr>
        <p:spPr>
          <a:xfrm>
            <a:off x="8638570" y="939942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13DC18C-D4EB-F81E-21B9-AF22747EA317}"/>
              </a:ext>
            </a:extLst>
          </p:cNvPr>
          <p:cNvSpPr/>
          <p:nvPr/>
        </p:nvSpPr>
        <p:spPr>
          <a:xfrm>
            <a:off x="5422033" y="1733309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72C362-A870-37E7-0C96-A0F73E674B39}"/>
              </a:ext>
            </a:extLst>
          </p:cNvPr>
          <p:cNvSpPr txBox="1"/>
          <p:nvPr/>
        </p:nvSpPr>
        <p:spPr>
          <a:xfrm>
            <a:off x="5696353" y="1573171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F2A546-16F5-B594-D864-B65F10DF43C8}"/>
              </a:ext>
            </a:extLst>
          </p:cNvPr>
          <p:cNvSpPr txBox="1"/>
          <p:nvPr/>
        </p:nvSpPr>
        <p:spPr>
          <a:xfrm>
            <a:off x="5696353" y="1844479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CE11C5E-63F9-581E-C5F4-BDD07C58E436}"/>
              </a:ext>
            </a:extLst>
          </p:cNvPr>
          <p:cNvSpPr/>
          <p:nvPr/>
        </p:nvSpPr>
        <p:spPr>
          <a:xfrm>
            <a:off x="8638570" y="1750092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D6F0592-C044-6EE5-253C-E2CD2D596811}"/>
              </a:ext>
            </a:extLst>
          </p:cNvPr>
          <p:cNvSpPr/>
          <p:nvPr/>
        </p:nvSpPr>
        <p:spPr>
          <a:xfrm>
            <a:off x="5422033" y="2544040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4EB220-5841-0A23-8AD7-A43526C31C32}"/>
              </a:ext>
            </a:extLst>
          </p:cNvPr>
          <p:cNvSpPr txBox="1"/>
          <p:nvPr/>
        </p:nvSpPr>
        <p:spPr>
          <a:xfrm>
            <a:off x="5696353" y="2383902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5C1A99-6E68-46A8-078C-2E6D00043B24}"/>
              </a:ext>
            </a:extLst>
          </p:cNvPr>
          <p:cNvSpPr txBox="1"/>
          <p:nvPr/>
        </p:nvSpPr>
        <p:spPr>
          <a:xfrm>
            <a:off x="5696353" y="2655210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2BF08352-EEAD-757B-BD3A-12B2CA5B89D9}"/>
              </a:ext>
            </a:extLst>
          </p:cNvPr>
          <p:cNvSpPr/>
          <p:nvPr/>
        </p:nvSpPr>
        <p:spPr>
          <a:xfrm>
            <a:off x="8638570" y="2560823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50A96C-7EF6-E3E9-9365-C14A9B4FEF52}"/>
              </a:ext>
            </a:extLst>
          </p:cNvPr>
          <p:cNvSpPr txBox="1"/>
          <p:nvPr/>
        </p:nvSpPr>
        <p:spPr>
          <a:xfrm>
            <a:off x="1969942" y="851867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 Opener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BDAEC-CBBA-1222-BD24-DC017D07EA8B}"/>
              </a:ext>
            </a:extLst>
          </p:cNvPr>
          <p:cNvSpPr txBox="1"/>
          <p:nvPr/>
        </p:nvSpPr>
        <p:spPr>
          <a:xfrm>
            <a:off x="1990168" y="1729948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 Opener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D1B0FC-951B-E213-1505-7CAA90E1F524}"/>
              </a:ext>
            </a:extLst>
          </p:cNvPr>
          <p:cNvSpPr txBox="1"/>
          <p:nvPr/>
        </p:nvSpPr>
        <p:spPr>
          <a:xfrm>
            <a:off x="1972964" y="2493767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 Opener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08C0FB-6953-C968-FF05-5C7ECBB2F778}"/>
              </a:ext>
            </a:extLst>
          </p:cNvPr>
          <p:cNvSpPr txBox="1"/>
          <p:nvPr/>
        </p:nvSpPr>
        <p:spPr>
          <a:xfrm>
            <a:off x="7094847" y="904895"/>
            <a:ext cx="1370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The Opener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5881DED-A719-5B33-488A-E6B42831E329}"/>
              </a:ext>
            </a:extLst>
          </p:cNvPr>
          <p:cNvSpPr/>
          <p:nvPr/>
        </p:nvSpPr>
        <p:spPr>
          <a:xfrm>
            <a:off x="6685951" y="3501046"/>
            <a:ext cx="4712873" cy="3304876"/>
          </a:xfrm>
          <a:prstGeom prst="roundRect">
            <a:avLst>
              <a:gd name="adj" fmla="val 7007"/>
            </a:avLst>
          </a:prstGeom>
          <a:solidFill>
            <a:srgbClr val="161618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D7567B-FD1A-0E46-7F2B-7932128A33CF}"/>
              </a:ext>
            </a:extLst>
          </p:cNvPr>
          <p:cNvSpPr/>
          <p:nvPr/>
        </p:nvSpPr>
        <p:spPr>
          <a:xfrm>
            <a:off x="6752291" y="4089207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1D2C1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BB4C98-7ED5-B128-930A-22C1D5CFEDA4}"/>
              </a:ext>
            </a:extLst>
          </p:cNvPr>
          <p:cNvSpPr/>
          <p:nvPr/>
        </p:nvSpPr>
        <p:spPr>
          <a:xfrm>
            <a:off x="7020461" y="4321390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2A72E1-1428-598B-19F5-CA3A9F314567}"/>
              </a:ext>
            </a:extLst>
          </p:cNvPr>
          <p:cNvSpPr txBox="1"/>
          <p:nvPr/>
        </p:nvSpPr>
        <p:spPr>
          <a:xfrm>
            <a:off x="7294781" y="4161252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Al-Fatihah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394D35-7B00-DC2B-47EB-F6217E78FF4A}"/>
              </a:ext>
            </a:extLst>
          </p:cNvPr>
          <p:cNvSpPr txBox="1"/>
          <p:nvPr/>
        </p:nvSpPr>
        <p:spPr>
          <a:xfrm>
            <a:off x="7294781" y="4432560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rgbClr val="00B050"/>
                </a:solidFill>
              </a:rPr>
              <a:t>الفاتحة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2D57A28-9355-AE2E-419C-42D1F6DCA509}"/>
              </a:ext>
            </a:extLst>
          </p:cNvPr>
          <p:cNvSpPr/>
          <p:nvPr/>
        </p:nvSpPr>
        <p:spPr>
          <a:xfrm>
            <a:off x="10236998" y="4474752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E0ED296-392F-AAAC-5CAD-C77C14975F70}"/>
              </a:ext>
            </a:extLst>
          </p:cNvPr>
          <p:cNvSpPr/>
          <p:nvPr/>
        </p:nvSpPr>
        <p:spPr>
          <a:xfrm>
            <a:off x="7020461" y="5131540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7BEAF1-450C-95F7-206D-A1DB5CA134C2}"/>
              </a:ext>
            </a:extLst>
          </p:cNvPr>
          <p:cNvSpPr txBox="1"/>
          <p:nvPr/>
        </p:nvSpPr>
        <p:spPr>
          <a:xfrm>
            <a:off x="7294781" y="4971402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61AD61-0E0B-27C8-4917-109A4A3518CE}"/>
              </a:ext>
            </a:extLst>
          </p:cNvPr>
          <p:cNvSpPr txBox="1"/>
          <p:nvPr/>
        </p:nvSpPr>
        <p:spPr>
          <a:xfrm>
            <a:off x="7294781" y="5242710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CC1C006-9085-12CE-40DF-B03A92FC7AF0}"/>
              </a:ext>
            </a:extLst>
          </p:cNvPr>
          <p:cNvSpPr/>
          <p:nvPr/>
        </p:nvSpPr>
        <p:spPr>
          <a:xfrm>
            <a:off x="10236998" y="5262839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BB06F6E-C0D5-B722-7345-02347D1A75DA}"/>
              </a:ext>
            </a:extLst>
          </p:cNvPr>
          <p:cNvSpPr/>
          <p:nvPr/>
        </p:nvSpPr>
        <p:spPr>
          <a:xfrm>
            <a:off x="7020461" y="5942271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89979A-56BA-5449-85D3-76C7DEB0D526}"/>
              </a:ext>
            </a:extLst>
          </p:cNvPr>
          <p:cNvSpPr txBox="1"/>
          <p:nvPr/>
        </p:nvSpPr>
        <p:spPr>
          <a:xfrm>
            <a:off x="7294781" y="5782133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CAEFF7-545C-367B-7F43-4AF0C848F662}"/>
              </a:ext>
            </a:extLst>
          </p:cNvPr>
          <p:cNvSpPr txBox="1"/>
          <p:nvPr/>
        </p:nvSpPr>
        <p:spPr>
          <a:xfrm>
            <a:off x="7294781" y="6053441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70E6876E-9541-5220-AD36-FAF3D953B0F9}"/>
              </a:ext>
            </a:extLst>
          </p:cNvPr>
          <p:cNvSpPr/>
          <p:nvPr/>
        </p:nvSpPr>
        <p:spPr>
          <a:xfrm>
            <a:off x="10236998" y="5959054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A39B43-E823-C288-CA9D-CD7100604BF8}"/>
              </a:ext>
            </a:extLst>
          </p:cNvPr>
          <p:cNvSpPr txBox="1"/>
          <p:nvPr/>
        </p:nvSpPr>
        <p:spPr>
          <a:xfrm>
            <a:off x="10027995" y="4136724"/>
            <a:ext cx="1370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The</a:t>
            </a:r>
            <a:r>
              <a:rPr lang="en-US" sz="1600" dirty="0">
                <a:solidFill>
                  <a:srgbClr val="00B050"/>
                </a:solidFill>
              </a:rPr>
              <a:t> Opener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6D5E6A-C5F4-4D6B-1B0A-B43262E655D6}"/>
              </a:ext>
            </a:extLst>
          </p:cNvPr>
          <p:cNvSpPr txBox="1"/>
          <p:nvPr/>
        </p:nvSpPr>
        <p:spPr>
          <a:xfrm>
            <a:off x="7094846" y="1685803"/>
            <a:ext cx="1370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Opener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6B955A-66A8-AA8F-7568-4379DEC12643}"/>
              </a:ext>
            </a:extLst>
          </p:cNvPr>
          <p:cNvSpPr txBox="1"/>
          <p:nvPr/>
        </p:nvSpPr>
        <p:spPr>
          <a:xfrm>
            <a:off x="9971905" y="4940822"/>
            <a:ext cx="1370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Opener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896483-2792-A389-9710-554BEA122FEB}"/>
              </a:ext>
            </a:extLst>
          </p:cNvPr>
          <p:cNvSpPr txBox="1"/>
          <p:nvPr/>
        </p:nvSpPr>
        <p:spPr>
          <a:xfrm>
            <a:off x="7912250" y="3580864"/>
            <a:ext cx="3147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Mobile View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DA05BC-AD0E-4146-69CA-21528422B743}"/>
              </a:ext>
            </a:extLst>
          </p:cNvPr>
          <p:cNvSpPr txBox="1"/>
          <p:nvPr/>
        </p:nvSpPr>
        <p:spPr>
          <a:xfrm>
            <a:off x="5954947" y="173225"/>
            <a:ext cx="3147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Desktop View</a:t>
            </a:r>
          </a:p>
        </p:txBody>
      </p:sp>
    </p:spTree>
    <p:extLst>
      <p:ext uri="{BB962C8B-B14F-4D97-AF65-F5344CB8AC3E}">
        <p14:creationId xmlns:p14="http://schemas.microsoft.com/office/powerpoint/2010/main" val="4169573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2A2D7C-593B-1DBB-753B-8B2E75484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54782F3-2B5D-5604-9F50-F3EB24B1DA19}"/>
              </a:ext>
            </a:extLst>
          </p:cNvPr>
          <p:cNvSpPr/>
          <p:nvPr/>
        </p:nvSpPr>
        <p:spPr>
          <a:xfrm>
            <a:off x="471512" y="1847834"/>
            <a:ext cx="11248976" cy="2529840"/>
          </a:xfrm>
          <a:prstGeom prst="roundRect">
            <a:avLst>
              <a:gd name="adj" fmla="val 7007"/>
            </a:avLst>
          </a:prstGeom>
          <a:solidFill>
            <a:srgbClr val="1E1E20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D220F41-451E-EBE6-A674-8CB2CDB84CD8}"/>
              </a:ext>
            </a:extLst>
          </p:cNvPr>
          <p:cNvSpPr/>
          <p:nvPr/>
        </p:nvSpPr>
        <p:spPr>
          <a:xfrm>
            <a:off x="525918" y="1947999"/>
            <a:ext cx="564594" cy="298848"/>
          </a:xfrm>
          <a:prstGeom prst="roundRect">
            <a:avLst>
              <a:gd name="adj" fmla="val 39801"/>
            </a:avLst>
          </a:prstGeom>
          <a:solidFill>
            <a:srgbClr val="1B28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F7EB1-2AA3-D0DC-E686-4D45D5BC8273}"/>
              </a:ext>
            </a:extLst>
          </p:cNvPr>
          <p:cNvSpPr txBox="1"/>
          <p:nvPr/>
        </p:nvSpPr>
        <p:spPr>
          <a:xfrm>
            <a:off x="244766" y="261896"/>
            <a:ext cx="4870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Verse Design: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9DD7F0-DE10-1C83-1BF2-A2AF3256EFC3}"/>
              </a:ext>
            </a:extLst>
          </p:cNvPr>
          <p:cNvSpPr txBox="1"/>
          <p:nvPr/>
        </p:nvSpPr>
        <p:spPr>
          <a:xfrm>
            <a:off x="563216" y="1912757"/>
            <a:ext cx="695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6B050"/>
                </a:solidFill>
              </a:rPr>
              <a:t>1:1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5C2116-2EBF-0EC8-E14B-01932A205910}"/>
              </a:ext>
            </a:extLst>
          </p:cNvPr>
          <p:cNvCxnSpPr>
            <a:cxnSpLocks/>
          </p:cNvCxnSpPr>
          <p:nvPr/>
        </p:nvCxnSpPr>
        <p:spPr>
          <a:xfrm flipH="1">
            <a:off x="1224174" y="4516122"/>
            <a:ext cx="34424" cy="2253742"/>
          </a:xfrm>
          <a:prstGeom prst="line">
            <a:avLst/>
          </a:prstGeom>
          <a:ln w="12700">
            <a:solidFill>
              <a:srgbClr val="2A31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D02D14-57CD-6798-D8FD-A4CB7D446074}"/>
              </a:ext>
            </a:extLst>
          </p:cNvPr>
          <p:cNvSpPr txBox="1"/>
          <p:nvPr/>
        </p:nvSpPr>
        <p:spPr>
          <a:xfrm>
            <a:off x="7227736" y="2005510"/>
            <a:ext cx="44013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sz="4400" b="0" i="0" dirty="0">
                <a:solidFill>
                  <a:schemeClr val="bg1"/>
                </a:solidFill>
                <a:effectLst/>
                <a:latin typeface="Amiri"/>
              </a:rPr>
              <a:t>بِسْمِ ٱللَّهِ ٱلرَّحْمَـٰنِ ٱلرَّحِيمِ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BCDB1FD-5744-F8E7-32EB-1360E182E393}"/>
              </a:ext>
            </a:extLst>
          </p:cNvPr>
          <p:cNvSpPr>
            <a:spLocks noChangeAspect="1"/>
          </p:cNvSpPr>
          <p:nvPr/>
        </p:nvSpPr>
        <p:spPr>
          <a:xfrm>
            <a:off x="6764440" y="2236214"/>
            <a:ext cx="365760" cy="36576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576868-63E8-668C-7599-C8EFF7474A8F}"/>
              </a:ext>
            </a:extLst>
          </p:cNvPr>
          <p:cNvSpPr txBox="1"/>
          <p:nvPr/>
        </p:nvSpPr>
        <p:spPr>
          <a:xfrm>
            <a:off x="1311763" y="3428255"/>
            <a:ext cx="67409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E7E9EA"/>
                </a:solidFill>
                <a:effectLst/>
                <a:latin typeface="Figtree"/>
              </a:rPr>
              <a:t>In the name of Allāh, the Entirely Merciful, the Especially Merciful.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33653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295194-4849-2F82-D2C5-86751171B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BA437A0-7BE6-9D77-2FFD-BADFE934E594}"/>
              </a:ext>
            </a:extLst>
          </p:cNvPr>
          <p:cNvSpPr/>
          <p:nvPr/>
        </p:nvSpPr>
        <p:spPr>
          <a:xfrm>
            <a:off x="3054516" y="1802736"/>
            <a:ext cx="5592073" cy="3116506"/>
          </a:xfrm>
          <a:prstGeom prst="roundRect">
            <a:avLst>
              <a:gd name="adj" fmla="val 7007"/>
            </a:avLst>
          </a:prstGeom>
          <a:solidFill>
            <a:srgbClr val="1E1E20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E97EBD0-8E0B-B89A-E156-55BA5454C6DF}"/>
              </a:ext>
            </a:extLst>
          </p:cNvPr>
          <p:cNvSpPr/>
          <p:nvPr/>
        </p:nvSpPr>
        <p:spPr>
          <a:xfrm>
            <a:off x="3207842" y="1885436"/>
            <a:ext cx="564594" cy="298848"/>
          </a:xfrm>
          <a:prstGeom prst="roundRect">
            <a:avLst>
              <a:gd name="adj" fmla="val 39801"/>
            </a:avLst>
          </a:prstGeom>
          <a:solidFill>
            <a:srgbClr val="1B28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8CA1F-76F2-CEAC-BCBB-15F35BD023AF}"/>
              </a:ext>
            </a:extLst>
          </p:cNvPr>
          <p:cNvSpPr txBox="1"/>
          <p:nvPr/>
        </p:nvSpPr>
        <p:spPr>
          <a:xfrm>
            <a:off x="244766" y="261896"/>
            <a:ext cx="4870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Verse Design: Mobile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43467-8EDF-24B4-2977-12C499AE93F7}"/>
              </a:ext>
            </a:extLst>
          </p:cNvPr>
          <p:cNvSpPr txBox="1"/>
          <p:nvPr/>
        </p:nvSpPr>
        <p:spPr>
          <a:xfrm>
            <a:off x="3245140" y="1850194"/>
            <a:ext cx="695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6B050"/>
                </a:solidFill>
              </a:rPr>
              <a:t>1:1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7EF6E0-2A16-DEFE-D39B-DF5397DB746F}"/>
              </a:ext>
            </a:extLst>
          </p:cNvPr>
          <p:cNvCxnSpPr>
            <a:cxnSpLocks/>
          </p:cNvCxnSpPr>
          <p:nvPr/>
        </p:nvCxnSpPr>
        <p:spPr>
          <a:xfrm flipH="1">
            <a:off x="5504068" y="1471580"/>
            <a:ext cx="5210824" cy="0"/>
          </a:xfrm>
          <a:prstGeom prst="line">
            <a:avLst/>
          </a:prstGeom>
          <a:ln w="12700">
            <a:solidFill>
              <a:srgbClr val="2A31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EA16CEF-6A4B-6404-F54F-CC027D889FFF}"/>
              </a:ext>
            </a:extLst>
          </p:cNvPr>
          <p:cNvSpPr txBox="1"/>
          <p:nvPr/>
        </p:nvSpPr>
        <p:spPr>
          <a:xfrm>
            <a:off x="4245278" y="2460543"/>
            <a:ext cx="44013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sz="4400" b="0" i="0" dirty="0">
                <a:solidFill>
                  <a:schemeClr val="bg1"/>
                </a:solidFill>
                <a:effectLst/>
                <a:latin typeface="Amiri"/>
              </a:rPr>
              <a:t>بِسْمِ ٱللَّهِ ٱلرَّحْمَـٰنِ ٱلرَّحِيمِ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2DEEEBA-A88B-BE5E-8B35-934D50F38614}"/>
              </a:ext>
            </a:extLst>
          </p:cNvPr>
          <p:cNvSpPr>
            <a:spLocks noChangeAspect="1"/>
          </p:cNvSpPr>
          <p:nvPr/>
        </p:nvSpPr>
        <p:spPr>
          <a:xfrm>
            <a:off x="3781982" y="2691247"/>
            <a:ext cx="365760" cy="36576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D51340-BF2F-7BB3-19BA-E06EE534355A}"/>
              </a:ext>
            </a:extLst>
          </p:cNvPr>
          <p:cNvSpPr txBox="1"/>
          <p:nvPr/>
        </p:nvSpPr>
        <p:spPr>
          <a:xfrm>
            <a:off x="3192272" y="3812811"/>
            <a:ext cx="55920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E7E9EA"/>
                </a:solidFill>
                <a:effectLst/>
                <a:latin typeface="Figtree"/>
              </a:rPr>
              <a:t>In the name of Allāh, the Entirely Merciful, the Especially Merciful.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2211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444445-BA1B-1C8B-372F-46F7476D9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36A38B4-FA3A-A626-4394-78E6D66CA7B8}"/>
              </a:ext>
            </a:extLst>
          </p:cNvPr>
          <p:cNvSpPr/>
          <p:nvPr/>
        </p:nvSpPr>
        <p:spPr>
          <a:xfrm>
            <a:off x="1383127" y="1126458"/>
            <a:ext cx="4712873" cy="3863477"/>
          </a:xfrm>
          <a:prstGeom prst="roundRect">
            <a:avLst>
              <a:gd name="adj" fmla="val 7007"/>
            </a:avLst>
          </a:prstGeom>
          <a:solidFill>
            <a:srgbClr val="161618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C2F8F52-2894-D77E-9802-4F560B2E7934}"/>
              </a:ext>
            </a:extLst>
          </p:cNvPr>
          <p:cNvSpPr/>
          <p:nvPr/>
        </p:nvSpPr>
        <p:spPr>
          <a:xfrm>
            <a:off x="1449467" y="1714620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1A281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0E6655-F7E6-77F6-16C9-0D93FDDA1978}"/>
              </a:ext>
            </a:extLst>
          </p:cNvPr>
          <p:cNvSpPr txBox="1"/>
          <p:nvPr/>
        </p:nvSpPr>
        <p:spPr>
          <a:xfrm>
            <a:off x="1822240" y="1907163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Night Sky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3FDDB-463F-3068-2A09-F183FE20D6A5}"/>
              </a:ext>
            </a:extLst>
          </p:cNvPr>
          <p:cNvSpPr txBox="1"/>
          <p:nvPr/>
        </p:nvSpPr>
        <p:spPr>
          <a:xfrm>
            <a:off x="4256996" y="1897888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Heaven Light</a:t>
            </a:r>
            <a:endParaRPr 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3E4007D-F38B-86C1-17C8-701213B66295}"/>
              </a:ext>
            </a:extLst>
          </p:cNvPr>
          <p:cNvGrpSpPr/>
          <p:nvPr/>
        </p:nvGrpSpPr>
        <p:grpSpPr>
          <a:xfrm>
            <a:off x="2971909" y="1926335"/>
            <a:ext cx="1198023" cy="369332"/>
            <a:chOff x="1759380" y="904895"/>
            <a:chExt cx="1198023" cy="369332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4C9AAA09-CDFA-1FE0-3D0E-9004C774DF31}"/>
                </a:ext>
              </a:extLst>
            </p:cNvPr>
            <p:cNvSpPr/>
            <p:nvPr/>
          </p:nvSpPr>
          <p:spPr>
            <a:xfrm>
              <a:off x="1759380" y="904895"/>
              <a:ext cx="1198023" cy="36933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0BB064F4-9A08-457A-EBB3-4878350AEDDE}"/>
                </a:ext>
              </a:extLst>
            </p:cNvPr>
            <p:cNvSpPr/>
            <p:nvPr/>
          </p:nvSpPr>
          <p:spPr>
            <a:xfrm>
              <a:off x="2317106" y="941936"/>
              <a:ext cx="564594" cy="298848"/>
            </a:xfrm>
            <a:prstGeom prst="roundRect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0BBD0C7-ABD0-A68F-9FA6-424A3496AB27}"/>
              </a:ext>
            </a:extLst>
          </p:cNvPr>
          <p:cNvSpPr/>
          <p:nvPr/>
        </p:nvSpPr>
        <p:spPr>
          <a:xfrm>
            <a:off x="1449467" y="2529815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1A281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6BF0A6CC-7A0C-F1CE-3760-66D46A927387}"/>
              </a:ext>
            </a:extLst>
          </p:cNvPr>
          <p:cNvSpPr/>
          <p:nvPr/>
        </p:nvSpPr>
        <p:spPr>
          <a:xfrm>
            <a:off x="4490594" y="2722358"/>
            <a:ext cx="1198023" cy="369332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C3BE8B-5FC8-EF28-87F8-EF47C12CC7D1}"/>
              </a:ext>
            </a:extLst>
          </p:cNvPr>
          <p:cNvSpPr txBox="1"/>
          <p:nvPr/>
        </p:nvSpPr>
        <p:spPr>
          <a:xfrm>
            <a:off x="1822241" y="2722358"/>
            <a:ext cx="228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Toggle Translation</a:t>
            </a:r>
            <a:endParaRPr lang="en-US" dirty="0"/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9F17CECE-F312-0C9E-DE8E-4714DAC810B4}"/>
              </a:ext>
            </a:extLst>
          </p:cNvPr>
          <p:cNvSpPr/>
          <p:nvPr/>
        </p:nvSpPr>
        <p:spPr>
          <a:xfrm>
            <a:off x="4529473" y="2757600"/>
            <a:ext cx="564594" cy="298848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Off</a:t>
            </a:r>
            <a:endParaRPr lang="en-US" dirty="0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EA654380-8FE2-74AC-5F3E-C7DB1BE1DDED}"/>
              </a:ext>
            </a:extLst>
          </p:cNvPr>
          <p:cNvSpPr/>
          <p:nvPr/>
        </p:nvSpPr>
        <p:spPr>
          <a:xfrm>
            <a:off x="5048320" y="2759399"/>
            <a:ext cx="564594" cy="298848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</a:t>
            </a:r>
            <a:endParaRPr lang="en-US" dirty="0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0CF298D0-F938-3EDD-DDA3-25A337E30A43}"/>
              </a:ext>
            </a:extLst>
          </p:cNvPr>
          <p:cNvSpPr/>
          <p:nvPr/>
        </p:nvSpPr>
        <p:spPr>
          <a:xfrm>
            <a:off x="1449467" y="3365078"/>
            <a:ext cx="4572000" cy="1201532"/>
          </a:xfrm>
          <a:prstGeom prst="roundRect">
            <a:avLst>
              <a:gd name="adj" fmla="val 25939"/>
            </a:avLst>
          </a:prstGeom>
          <a:solidFill>
            <a:srgbClr val="1A281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66228828-11D4-4CA3-7ADA-037FA80B3469}"/>
              </a:ext>
            </a:extLst>
          </p:cNvPr>
          <p:cNvSpPr/>
          <p:nvPr/>
        </p:nvSpPr>
        <p:spPr>
          <a:xfrm>
            <a:off x="1964246" y="3949828"/>
            <a:ext cx="3213347" cy="209706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211028-A4D3-DA84-8949-4A1BE98CC2DF}"/>
              </a:ext>
            </a:extLst>
          </p:cNvPr>
          <p:cNvSpPr txBox="1"/>
          <p:nvPr/>
        </p:nvSpPr>
        <p:spPr>
          <a:xfrm>
            <a:off x="1699808" y="3448160"/>
            <a:ext cx="228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Font Size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0C1C612-93F4-FD06-0B32-6124B2EC0B8C}"/>
              </a:ext>
            </a:extLst>
          </p:cNvPr>
          <p:cNvSpPr txBox="1"/>
          <p:nvPr/>
        </p:nvSpPr>
        <p:spPr>
          <a:xfrm>
            <a:off x="1685039" y="3895862"/>
            <a:ext cx="629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1D9D29-AB82-1AB6-8CD8-A7CEBCD78121}"/>
              </a:ext>
            </a:extLst>
          </p:cNvPr>
          <p:cNvSpPr txBox="1"/>
          <p:nvPr/>
        </p:nvSpPr>
        <p:spPr>
          <a:xfrm>
            <a:off x="5134622" y="3814135"/>
            <a:ext cx="629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C9D21D3-789D-0ABD-9257-096944AF24FD}"/>
              </a:ext>
            </a:extLst>
          </p:cNvPr>
          <p:cNvSpPr/>
          <p:nvPr/>
        </p:nvSpPr>
        <p:spPr>
          <a:xfrm>
            <a:off x="1997682" y="3965844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BAC29F7-C076-9595-9AE8-9CF5977FFBB6}"/>
              </a:ext>
            </a:extLst>
          </p:cNvPr>
          <p:cNvSpPr/>
          <p:nvPr/>
        </p:nvSpPr>
        <p:spPr>
          <a:xfrm>
            <a:off x="4968649" y="3969212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4F0019F-0B48-8D04-133A-69CA59F8B0D4}"/>
              </a:ext>
            </a:extLst>
          </p:cNvPr>
          <p:cNvSpPr/>
          <p:nvPr/>
        </p:nvSpPr>
        <p:spPr>
          <a:xfrm>
            <a:off x="3479479" y="3963241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1B633A8-E545-71EC-23C8-414A3A2EA0BE}"/>
              </a:ext>
            </a:extLst>
          </p:cNvPr>
          <p:cNvSpPr/>
          <p:nvPr/>
        </p:nvSpPr>
        <p:spPr>
          <a:xfrm>
            <a:off x="2683047" y="3963241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4E80124-0584-1005-1F27-6874BB59EB55}"/>
              </a:ext>
            </a:extLst>
          </p:cNvPr>
          <p:cNvSpPr/>
          <p:nvPr/>
        </p:nvSpPr>
        <p:spPr>
          <a:xfrm>
            <a:off x="4271189" y="3963241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7E1EE28F-0FD9-435A-7A61-3355C3AF5D71}"/>
              </a:ext>
            </a:extLst>
          </p:cNvPr>
          <p:cNvSpPr>
            <a:spLocks noChangeAspect="1"/>
          </p:cNvSpPr>
          <p:nvPr/>
        </p:nvSpPr>
        <p:spPr>
          <a:xfrm>
            <a:off x="3424597" y="3928594"/>
            <a:ext cx="301752" cy="246812"/>
          </a:xfrm>
          <a:prstGeom prst="roundRect">
            <a:avLst>
              <a:gd name="adj" fmla="val 47093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6" name="Graphic 75" descr="Single gear with solid fill">
            <a:extLst>
              <a:ext uri="{FF2B5EF4-FFF2-40B4-BE49-F238E27FC236}">
                <a16:creationId xmlns:a16="http://schemas.microsoft.com/office/drawing/2014/main" id="{203CC575-F03B-CF22-B84C-EC80A1236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3909" y="1173083"/>
            <a:ext cx="3837214" cy="3837214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3E09FD0F-29A3-E1A1-720B-A2A87F0E7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463" y="1151192"/>
            <a:ext cx="529985" cy="52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701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40043-25A9-B0EF-AD40-95AAFC9E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11FA74B-5163-B7A0-7EF3-65A252FCA1BE}"/>
              </a:ext>
            </a:extLst>
          </p:cNvPr>
          <p:cNvSpPr/>
          <p:nvPr/>
        </p:nvSpPr>
        <p:spPr>
          <a:xfrm>
            <a:off x="358558" y="2327008"/>
            <a:ext cx="4712873" cy="3863477"/>
          </a:xfrm>
          <a:prstGeom prst="roundRect">
            <a:avLst>
              <a:gd name="adj" fmla="val 7007"/>
            </a:avLst>
          </a:prstGeom>
          <a:solidFill>
            <a:srgbClr val="161618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2758778-1407-1A03-2678-3A8BED7D3B66}"/>
              </a:ext>
            </a:extLst>
          </p:cNvPr>
          <p:cNvSpPr/>
          <p:nvPr/>
        </p:nvSpPr>
        <p:spPr>
          <a:xfrm>
            <a:off x="424898" y="2915170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1A281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840AC-8954-8D2A-05AC-951B0236A181}"/>
              </a:ext>
            </a:extLst>
          </p:cNvPr>
          <p:cNvSpPr txBox="1"/>
          <p:nvPr/>
        </p:nvSpPr>
        <p:spPr>
          <a:xfrm>
            <a:off x="797671" y="3107713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Night Sky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2A8A3-20C7-E881-2B3C-69B4B6082E92}"/>
              </a:ext>
            </a:extLst>
          </p:cNvPr>
          <p:cNvSpPr txBox="1"/>
          <p:nvPr/>
        </p:nvSpPr>
        <p:spPr>
          <a:xfrm>
            <a:off x="3232427" y="3098438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Heaven Light</a:t>
            </a:r>
            <a:endParaRPr 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C394C34-E883-C258-84CC-5142B787A780}"/>
              </a:ext>
            </a:extLst>
          </p:cNvPr>
          <p:cNvGrpSpPr/>
          <p:nvPr/>
        </p:nvGrpSpPr>
        <p:grpSpPr>
          <a:xfrm>
            <a:off x="1947340" y="3126885"/>
            <a:ext cx="1198023" cy="369332"/>
            <a:chOff x="1759380" y="904895"/>
            <a:chExt cx="1198023" cy="369332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3D222615-6157-4714-6A1C-22A87852086D}"/>
                </a:ext>
              </a:extLst>
            </p:cNvPr>
            <p:cNvSpPr/>
            <p:nvPr/>
          </p:nvSpPr>
          <p:spPr>
            <a:xfrm>
              <a:off x="1759380" y="904895"/>
              <a:ext cx="1198023" cy="36933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42F15EFA-071C-DD7E-62F4-0DC1069A4841}"/>
                </a:ext>
              </a:extLst>
            </p:cNvPr>
            <p:cNvSpPr/>
            <p:nvPr/>
          </p:nvSpPr>
          <p:spPr>
            <a:xfrm>
              <a:off x="2317106" y="941936"/>
              <a:ext cx="564594" cy="298848"/>
            </a:xfrm>
            <a:prstGeom prst="roundRect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3F5610-491D-9B8E-70D1-3DFC6CC47BF6}"/>
              </a:ext>
            </a:extLst>
          </p:cNvPr>
          <p:cNvSpPr/>
          <p:nvPr/>
        </p:nvSpPr>
        <p:spPr>
          <a:xfrm>
            <a:off x="424898" y="3730365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1A281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55294831-FE9B-E82E-9B30-2984167AE356}"/>
              </a:ext>
            </a:extLst>
          </p:cNvPr>
          <p:cNvSpPr/>
          <p:nvPr/>
        </p:nvSpPr>
        <p:spPr>
          <a:xfrm>
            <a:off x="3466025" y="3922908"/>
            <a:ext cx="1198023" cy="369332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AF840C-7E8E-D755-F543-3A6D6C7528C9}"/>
              </a:ext>
            </a:extLst>
          </p:cNvPr>
          <p:cNvSpPr txBox="1"/>
          <p:nvPr/>
        </p:nvSpPr>
        <p:spPr>
          <a:xfrm>
            <a:off x="797672" y="3922908"/>
            <a:ext cx="228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Toggle Translation</a:t>
            </a:r>
            <a:endParaRPr lang="en-US" dirty="0"/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10FC5489-C0E2-3FDF-0E72-CC65B60BD7AE}"/>
              </a:ext>
            </a:extLst>
          </p:cNvPr>
          <p:cNvSpPr/>
          <p:nvPr/>
        </p:nvSpPr>
        <p:spPr>
          <a:xfrm>
            <a:off x="3504904" y="3958150"/>
            <a:ext cx="564594" cy="298848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Off</a:t>
            </a:r>
            <a:endParaRPr lang="en-US" dirty="0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66E875E0-7163-22F3-BEBB-702CA19A4E2F}"/>
              </a:ext>
            </a:extLst>
          </p:cNvPr>
          <p:cNvSpPr/>
          <p:nvPr/>
        </p:nvSpPr>
        <p:spPr>
          <a:xfrm>
            <a:off x="4023751" y="3959949"/>
            <a:ext cx="564594" cy="298848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</a:t>
            </a:r>
            <a:endParaRPr lang="en-US" dirty="0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D43A181B-F2A8-961D-79F8-03D4EBA348D4}"/>
              </a:ext>
            </a:extLst>
          </p:cNvPr>
          <p:cNvSpPr/>
          <p:nvPr/>
        </p:nvSpPr>
        <p:spPr>
          <a:xfrm>
            <a:off x="424898" y="4565628"/>
            <a:ext cx="4572000" cy="1201532"/>
          </a:xfrm>
          <a:prstGeom prst="roundRect">
            <a:avLst>
              <a:gd name="adj" fmla="val 25939"/>
            </a:avLst>
          </a:prstGeom>
          <a:solidFill>
            <a:srgbClr val="1A281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2155339-C9B8-9E56-DB18-2836F0F25E0E}"/>
              </a:ext>
            </a:extLst>
          </p:cNvPr>
          <p:cNvSpPr/>
          <p:nvPr/>
        </p:nvSpPr>
        <p:spPr>
          <a:xfrm>
            <a:off x="939677" y="5150378"/>
            <a:ext cx="3213347" cy="209706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22FB92-0A2B-084D-FFE8-12B67CC4643E}"/>
              </a:ext>
            </a:extLst>
          </p:cNvPr>
          <p:cNvSpPr txBox="1"/>
          <p:nvPr/>
        </p:nvSpPr>
        <p:spPr>
          <a:xfrm>
            <a:off x="675239" y="4648710"/>
            <a:ext cx="228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Font Size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BFA063-3517-7FE7-964F-32B38C28D457}"/>
              </a:ext>
            </a:extLst>
          </p:cNvPr>
          <p:cNvSpPr txBox="1"/>
          <p:nvPr/>
        </p:nvSpPr>
        <p:spPr>
          <a:xfrm>
            <a:off x="660470" y="5096412"/>
            <a:ext cx="629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B1677F-E140-DBE0-8838-A43C1ABEA44E}"/>
              </a:ext>
            </a:extLst>
          </p:cNvPr>
          <p:cNvSpPr txBox="1"/>
          <p:nvPr/>
        </p:nvSpPr>
        <p:spPr>
          <a:xfrm>
            <a:off x="4110053" y="5014685"/>
            <a:ext cx="629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DB94B8B-D511-141B-3390-FA5DEC389EDD}"/>
              </a:ext>
            </a:extLst>
          </p:cNvPr>
          <p:cNvSpPr/>
          <p:nvPr/>
        </p:nvSpPr>
        <p:spPr>
          <a:xfrm>
            <a:off x="973113" y="5166394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C0F9015-E344-8255-1AEA-63E9064B1054}"/>
              </a:ext>
            </a:extLst>
          </p:cNvPr>
          <p:cNvSpPr/>
          <p:nvPr/>
        </p:nvSpPr>
        <p:spPr>
          <a:xfrm>
            <a:off x="3944080" y="5169762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2489B31-9EC5-D2F8-A34A-C6240368554E}"/>
              </a:ext>
            </a:extLst>
          </p:cNvPr>
          <p:cNvSpPr/>
          <p:nvPr/>
        </p:nvSpPr>
        <p:spPr>
          <a:xfrm>
            <a:off x="2454910" y="5163791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223DFA4-2C85-ACCF-8A5B-73701E01EB38}"/>
              </a:ext>
            </a:extLst>
          </p:cNvPr>
          <p:cNvSpPr/>
          <p:nvPr/>
        </p:nvSpPr>
        <p:spPr>
          <a:xfrm>
            <a:off x="1658478" y="5163791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B7F3C1F-234A-D639-C997-F3F214C3DCA7}"/>
              </a:ext>
            </a:extLst>
          </p:cNvPr>
          <p:cNvSpPr/>
          <p:nvPr/>
        </p:nvSpPr>
        <p:spPr>
          <a:xfrm>
            <a:off x="3246620" y="5163791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3AD605F-234A-0F91-D2B9-C568B3135559}"/>
              </a:ext>
            </a:extLst>
          </p:cNvPr>
          <p:cNvSpPr>
            <a:spLocks noChangeAspect="1"/>
          </p:cNvSpPr>
          <p:nvPr/>
        </p:nvSpPr>
        <p:spPr>
          <a:xfrm>
            <a:off x="2400028" y="5129144"/>
            <a:ext cx="301752" cy="246812"/>
          </a:xfrm>
          <a:prstGeom prst="roundRect">
            <a:avLst>
              <a:gd name="adj" fmla="val 47093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6" name="Graphic 75" descr="Single gear with solid fill">
            <a:extLst>
              <a:ext uri="{FF2B5EF4-FFF2-40B4-BE49-F238E27FC236}">
                <a16:creationId xmlns:a16="http://schemas.microsoft.com/office/drawing/2014/main" id="{A7D6E355-22F1-193F-0AF0-3C89725C3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7034" y="-231550"/>
            <a:ext cx="2558558" cy="2558558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38373C15-5C44-4EB9-C7D2-2D84720F1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3894" y="2351742"/>
            <a:ext cx="529985" cy="529985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BC49B58-FB12-21FA-BCA3-EDE8D00EB732}"/>
              </a:ext>
            </a:extLst>
          </p:cNvPr>
          <p:cNvSpPr/>
          <p:nvPr/>
        </p:nvSpPr>
        <p:spPr>
          <a:xfrm>
            <a:off x="6219532" y="2349042"/>
            <a:ext cx="4712873" cy="3863477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>
            <a:solidFill>
              <a:srgbClr val="A6A09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A05153-27C9-81A0-2195-0645DA665257}"/>
              </a:ext>
            </a:extLst>
          </p:cNvPr>
          <p:cNvSpPr/>
          <p:nvPr/>
        </p:nvSpPr>
        <p:spPr>
          <a:xfrm>
            <a:off x="6285872" y="2937204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168A86-D8D1-B6B5-422F-D66B3B68B051}"/>
              </a:ext>
            </a:extLst>
          </p:cNvPr>
          <p:cNvSpPr txBox="1"/>
          <p:nvPr/>
        </p:nvSpPr>
        <p:spPr>
          <a:xfrm>
            <a:off x="6658645" y="3129747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Night Sky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A8DE39-266C-791A-C98B-E27DCA05A026}"/>
              </a:ext>
            </a:extLst>
          </p:cNvPr>
          <p:cNvSpPr txBox="1"/>
          <p:nvPr/>
        </p:nvSpPr>
        <p:spPr>
          <a:xfrm>
            <a:off x="9093401" y="3120472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Heaven Light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714D35-31FD-A5B9-3A74-6313A9A7AC53}"/>
              </a:ext>
            </a:extLst>
          </p:cNvPr>
          <p:cNvGrpSpPr/>
          <p:nvPr/>
        </p:nvGrpSpPr>
        <p:grpSpPr>
          <a:xfrm>
            <a:off x="7808314" y="3148919"/>
            <a:ext cx="1198023" cy="369332"/>
            <a:chOff x="1759380" y="904895"/>
            <a:chExt cx="1198023" cy="369332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C8A26CDC-906C-CA29-8E5D-50EFD9725CCA}"/>
                </a:ext>
              </a:extLst>
            </p:cNvPr>
            <p:cNvSpPr/>
            <p:nvPr/>
          </p:nvSpPr>
          <p:spPr>
            <a:xfrm>
              <a:off x="1759380" y="904895"/>
              <a:ext cx="1198023" cy="369332"/>
            </a:xfrm>
            <a:prstGeom prst="roundRect">
              <a:avLst>
                <a:gd name="adj" fmla="val 50000"/>
              </a:avLst>
            </a:prstGeom>
            <a:solidFill>
              <a:srgbClr val="D7D3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87C4524-25B1-CFCB-0149-9384AF2E2985}"/>
                </a:ext>
              </a:extLst>
            </p:cNvPr>
            <p:cNvSpPr/>
            <p:nvPr/>
          </p:nvSpPr>
          <p:spPr>
            <a:xfrm>
              <a:off x="2317106" y="941936"/>
              <a:ext cx="564594" cy="298848"/>
            </a:xfrm>
            <a:prstGeom prst="roundRect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F6C98ED-3F77-D5D1-177B-65542679C3AB}"/>
              </a:ext>
            </a:extLst>
          </p:cNvPr>
          <p:cNvSpPr/>
          <p:nvPr/>
        </p:nvSpPr>
        <p:spPr>
          <a:xfrm>
            <a:off x="6285872" y="3752399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F3AB73F-F468-B6B3-8E23-6E3BBEC88C3A}"/>
              </a:ext>
            </a:extLst>
          </p:cNvPr>
          <p:cNvSpPr/>
          <p:nvPr/>
        </p:nvSpPr>
        <p:spPr>
          <a:xfrm>
            <a:off x="9326999" y="3944942"/>
            <a:ext cx="1198023" cy="369332"/>
          </a:xfrm>
          <a:prstGeom prst="roundRect">
            <a:avLst>
              <a:gd name="adj" fmla="val 50000"/>
            </a:avLst>
          </a:prstGeom>
          <a:solidFill>
            <a:srgbClr val="D7D3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E06103-9542-86B2-C682-FD6E9FDBD420}"/>
              </a:ext>
            </a:extLst>
          </p:cNvPr>
          <p:cNvSpPr txBox="1"/>
          <p:nvPr/>
        </p:nvSpPr>
        <p:spPr>
          <a:xfrm>
            <a:off x="6658646" y="3944942"/>
            <a:ext cx="228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Toggle Translation</a:t>
            </a:r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C07A2CD-024A-E80D-5B92-11717D742FE7}"/>
              </a:ext>
            </a:extLst>
          </p:cNvPr>
          <p:cNvSpPr/>
          <p:nvPr/>
        </p:nvSpPr>
        <p:spPr>
          <a:xfrm>
            <a:off x="9365878" y="3980184"/>
            <a:ext cx="564594" cy="29884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A6A09D"/>
                </a:solidFill>
              </a:rPr>
              <a:t>Off</a:t>
            </a:r>
            <a:endParaRPr lang="en-US" dirty="0">
              <a:solidFill>
                <a:srgbClr val="A6A09D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CAC1FF0-42A3-0248-CBA8-9357CB4CE4DF}"/>
              </a:ext>
            </a:extLst>
          </p:cNvPr>
          <p:cNvSpPr/>
          <p:nvPr/>
        </p:nvSpPr>
        <p:spPr>
          <a:xfrm>
            <a:off x="9884725" y="3981983"/>
            <a:ext cx="564594" cy="298848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</a:t>
            </a:r>
            <a:endParaRPr lang="en-US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41D85C7-4CB9-1B66-3D3F-A991C1140547}"/>
              </a:ext>
            </a:extLst>
          </p:cNvPr>
          <p:cNvSpPr/>
          <p:nvPr/>
        </p:nvSpPr>
        <p:spPr>
          <a:xfrm>
            <a:off x="6285872" y="4587662"/>
            <a:ext cx="4572000" cy="1201532"/>
          </a:xfrm>
          <a:prstGeom prst="roundRect">
            <a:avLst>
              <a:gd name="adj" fmla="val 25939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7F2AF6F-0D25-7A3C-ADF6-8116A9420140}"/>
              </a:ext>
            </a:extLst>
          </p:cNvPr>
          <p:cNvSpPr/>
          <p:nvPr/>
        </p:nvSpPr>
        <p:spPr>
          <a:xfrm>
            <a:off x="6800651" y="5172412"/>
            <a:ext cx="3213347" cy="209706"/>
          </a:xfrm>
          <a:prstGeom prst="roundRect">
            <a:avLst>
              <a:gd name="adj" fmla="val 50000"/>
            </a:avLst>
          </a:prstGeom>
          <a:solidFill>
            <a:srgbClr val="D7D3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97E103-5D79-17A1-D0E5-1CB70F589033}"/>
              </a:ext>
            </a:extLst>
          </p:cNvPr>
          <p:cNvSpPr txBox="1"/>
          <p:nvPr/>
        </p:nvSpPr>
        <p:spPr>
          <a:xfrm>
            <a:off x="6536213" y="4670744"/>
            <a:ext cx="228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Font Size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EE53DF-AF74-C815-2204-CB3A8D2F719C}"/>
              </a:ext>
            </a:extLst>
          </p:cNvPr>
          <p:cNvSpPr txBox="1"/>
          <p:nvPr/>
        </p:nvSpPr>
        <p:spPr>
          <a:xfrm>
            <a:off x="6521444" y="5118446"/>
            <a:ext cx="629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7E7BC9-EE8C-4DCF-DCEF-D47D83583EB3}"/>
              </a:ext>
            </a:extLst>
          </p:cNvPr>
          <p:cNvSpPr txBox="1"/>
          <p:nvPr/>
        </p:nvSpPr>
        <p:spPr>
          <a:xfrm>
            <a:off x="9971027" y="5036719"/>
            <a:ext cx="629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588E3C7-66A2-254A-CAC2-CE26AB39E448}"/>
              </a:ext>
            </a:extLst>
          </p:cNvPr>
          <p:cNvSpPr/>
          <p:nvPr/>
        </p:nvSpPr>
        <p:spPr>
          <a:xfrm>
            <a:off x="6834087" y="5188428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6B6B827-B309-7055-AD1A-5FBD5348449F}"/>
              </a:ext>
            </a:extLst>
          </p:cNvPr>
          <p:cNvSpPr/>
          <p:nvPr/>
        </p:nvSpPr>
        <p:spPr>
          <a:xfrm>
            <a:off x="9805054" y="5191796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6DDD61-4C85-B996-3FBF-78A29E2EFCC3}"/>
              </a:ext>
            </a:extLst>
          </p:cNvPr>
          <p:cNvSpPr/>
          <p:nvPr/>
        </p:nvSpPr>
        <p:spPr>
          <a:xfrm>
            <a:off x="8315884" y="5185825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75321E2-47F8-A94C-3D9D-99A679A5855C}"/>
              </a:ext>
            </a:extLst>
          </p:cNvPr>
          <p:cNvSpPr/>
          <p:nvPr/>
        </p:nvSpPr>
        <p:spPr>
          <a:xfrm>
            <a:off x="7519452" y="5185825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E612D4C-6AD5-765C-EEC3-C08299C8A37A}"/>
              </a:ext>
            </a:extLst>
          </p:cNvPr>
          <p:cNvSpPr/>
          <p:nvPr/>
        </p:nvSpPr>
        <p:spPr>
          <a:xfrm>
            <a:off x="9107594" y="5185825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149F2B7-AF5E-0F6B-5DAC-C4377371D0F8}"/>
              </a:ext>
            </a:extLst>
          </p:cNvPr>
          <p:cNvSpPr>
            <a:spLocks noChangeAspect="1"/>
          </p:cNvSpPr>
          <p:nvPr/>
        </p:nvSpPr>
        <p:spPr>
          <a:xfrm>
            <a:off x="8261002" y="5151178"/>
            <a:ext cx="301752" cy="246812"/>
          </a:xfrm>
          <a:prstGeom prst="roundRect">
            <a:avLst>
              <a:gd name="adj" fmla="val 47093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Graphic 34" descr="Single gear with solid fill">
            <a:extLst>
              <a:ext uri="{FF2B5EF4-FFF2-40B4-BE49-F238E27FC236}">
                <a16:creationId xmlns:a16="http://schemas.microsoft.com/office/drawing/2014/main" id="{5AED2A3A-020A-AFE8-67A4-B64C1FD7B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4868" y="2373776"/>
            <a:ext cx="529985" cy="52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8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0B2AF5-9D59-7322-1D01-C62A789C7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3F3AD2-AF08-C75D-737A-6A6043501403}"/>
              </a:ext>
            </a:extLst>
          </p:cNvPr>
          <p:cNvSpPr/>
          <p:nvPr/>
        </p:nvSpPr>
        <p:spPr>
          <a:xfrm>
            <a:off x="632799" y="2184211"/>
            <a:ext cx="4038604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9D99D9D-2816-1F91-96B4-A1D643B46091}"/>
              </a:ext>
            </a:extLst>
          </p:cNvPr>
          <p:cNvSpPr/>
          <p:nvPr/>
        </p:nvSpPr>
        <p:spPr>
          <a:xfrm>
            <a:off x="1221992" y="2258846"/>
            <a:ext cx="2860216" cy="457200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13EEE724-04BF-DE96-3FCC-829FD2DA5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3025" y="2304566"/>
            <a:ext cx="365760" cy="365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5D913-FDE4-75AF-BFD2-006EEC50A548}"/>
              </a:ext>
            </a:extLst>
          </p:cNvPr>
          <p:cNvSpPr txBox="1"/>
          <p:nvPr/>
        </p:nvSpPr>
        <p:spPr>
          <a:xfrm>
            <a:off x="1221991" y="2311588"/>
            <a:ext cx="139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ui-sans-serif"/>
              </a:rPr>
              <a:t>Al-Fatihah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336D8B-E201-0D63-7D99-68ACC80D1A1E}"/>
              </a:ext>
            </a:extLst>
          </p:cNvPr>
          <p:cNvSpPr/>
          <p:nvPr/>
        </p:nvSpPr>
        <p:spPr>
          <a:xfrm>
            <a:off x="3620567" y="2304566"/>
            <a:ext cx="414904" cy="37609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6AEC66-ABAA-0451-7761-5AE2403935A2}"/>
              </a:ext>
            </a:extLst>
          </p:cNvPr>
          <p:cNvSpPr txBox="1"/>
          <p:nvPr/>
        </p:nvSpPr>
        <p:spPr>
          <a:xfrm>
            <a:off x="2289265" y="2304566"/>
            <a:ext cx="816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sz="2000" dirty="0">
                <a:solidFill>
                  <a:schemeClr val="accent6">
                    <a:lumMod val="75000"/>
                  </a:schemeClr>
                </a:solidFill>
                <a:latin typeface="Amiri"/>
              </a:rPr>
              <a:t>الفاتحة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13CF43-7FA8-D767-9B51-8F99CEDDBA12}"/>
              </a:ext>
            </a:extLst>
          </p:cNvPr>
          <p:cNvSpPr txBox="1"/>
          <p:nvPr/>
        </p:nvSpPr>
        <p:spPr>
          <a:xfrm>
            <a:off x="4038603" y="5796171"/>
            <a:ext cx="4870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Stop Button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500F2AA-A4E9-58CA-69E4-EDCFACAAE51F}"/>
              </a:ext>
            </a:extLst>
          </p:cNvPr>
          <p:cNvGrpSpPr/>
          <p:nvPr/>
        </p:nvGrpSpPr>
        <p:grpSpPr>
          <a:xfrm>
            <a:off x="697627" y="2311667"/>
            <a:ext cx="365760" cy="365760"/>
            <a:chOff x="3954907" y="3038497"/>
            <a:chExt cx="365760" cy="365760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A387C90-82BE-3680-590B-EF89F76809B0}"/>
                </a:ext>
              </a:extLst>
            </p:cNvPr>
            <p:cNvSpPr/>
            <p:nvPr/>
          </p:nvSpPr>
          <p:spPr>
            <a:xfrm>
              <a:off x="3954907" y="3038497"/>
              <a:ext cx="365760" cy="36576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C43FB4F-F0DC-E128-091C-C8E0806D0C8E}"/>
                </a:ext>
              </a:extLst>
            </p:cNvPr>
            <p:cNvSpPr/>
            <p:nvPr/>
          </p:nvSpPr>
          <p:spPr>
            <a:xfrm flipH="1">
              <a:off x="4046348" y="3129937"/>
              <a:ext cx="182880" cy="18288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32EF456-B5EB-3136-D9D8-4A5EA4B55E61}"/>
              </a:ext>
            </a:extLst>
          </p:cNvPr>
          <p:cNvGrpSpPr/>
          <p:nvPr/>
        </p:nvGrpSpPr>
        <p:grpSpPr>
          <a:xfrm>
            <a:off x="0" y="1245111"/>
            <a:ext cx="12192001" cy="609600"/>
            <a:chOff x="-1" y="1"/>
            <a:chExt cx="12192001" cy="6096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F738CD8-CE6A-51CA-26E4-56CC33B056EF}"/>
                </a:ext>
              </a:extLst>
            </p:cNvPr>
            <p:cNvSpPr/>
            <p:nvPr/>
          </p:nvSpPr>
          <p:spPr>
            <a:xfrm>
              <a:off x="-1" y="1"/>
              <a:ext cx="12192001" cy="6096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A020FF-52B8-7A51-2240-CB325B03DF0A}"/>
                </a:ext>
              </a:extLst>
            </p:cNvPr>
            <p:cNvSpPr txBox="1"/>
            <p:nvPr/>
          </p:nvSpPr>
          <p:spPr>
            <a:xfrm>
              <a:off x="552269" y="115668"/>
              <a:ext cx="1439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Al-Qur’an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7F77812F-8966-41A8-C8DA-62985474FAA8}"/>
                </a:ext>
              </a:extLst>
            </p:cNvPr>
            <p:cNvSpPr/>
            <p:nvPr/>
          </p:nvSpPr>
          <p:spPr>
            <a:xfrm>
              <a:off x="2612572" y="60070"/>
              <a:ext cx="6966856" cy="489467"/>
            </a:xfrm>
            <a:prstGeom prst="roundRect">
              <a:avLst>
                <a:gd name="adj" fmla="val 50000"/>
              </a:avLst>
            </a:prstGeom>
            <a:solidFill>
              <a:srgbClr val="16161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50EA380-1147-54F2-4633-B5961AAE35DD}"/>
                </a:ext>
              </a:extLst>
            </p:cNvPr>
            <p:cNvSpPr txBox="1"/>
            <p:nvPr/>
          </p:nvSpPr>
          <p:spPr>
            <a:xfrm>
              <a:off x="2862944" y="115669"/>
              <a:ext cx="13900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ui-sans-serif"/>
                </a:rPr>
                <a:t>Al-Fatihah</a:t>
              </a:r>
              <a:endParaRPr lang="en-US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F47A542-6D90-A63D-6114-A66BA01C283D}"/>
                </a:ext>
              </a:extLst>
            </p:cNvPr>
            <p:cNvSpPr/>
            <p:nvPr/>
          </p:nvSpPr>
          <p:spPr>
            <a:xfrm>
              <a:off x="8414658" y="118849"/>
              <a:ext cx="1088573" cy="36576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ui-sans-serif"/>
                </a:rPr>
                <a:t>7 Verses</a:t>
              </a:r>
              <a:endParaRPr lang="en-US" sz="160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31962B-3699-5023-FB21-CEF8B4F34775}"/>
                </a:ext>
              </a:extLst>
            </p:cNvPr>
            <p:cNvSpPr txBox="1"/>
            <p:nvPr/>
          </p:nvSpPr>
          <p:spPr>
            <a:xfrm>
              <a:off x="5540828" y="115671"/>
              <a:ext cx="816429" cy="4617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ar-AE" sz="2401" dirty="0">
                  <a:solidFill>
                    <a:schemeClr val="accent6">
                      <a:lumMod val="75000"/>
                    </a:schemeClr>
                  </a:solidFill>
                  <a:latin typeface="Amiri"/>
                </a:rPr>
                <a:t>الفاتحة</a:t>
              </a:r>
              <a:endParaRPr 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pic>
          <p:nvPicPr>
            <p:cNvPr id="23" name="Graphic 22" descr="Single gear with solid fill">
              <a:extLst>
                <a:ext uri="{FF2B5EF4-FFF2-40B4-BE49-F238E27FC236}">
                  <a16:creationId xmlns:a16="http://schemas.microsoft.com/office/drawing/2014/main" id="{FBFA136D-5314-CD83-10E8-0122C178A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36828" y="54037"/>
              <a:ext cx="457200" cy="457200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CB35492-430E-1BD7-5C48-1D2854E4A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972" y="73720"/>
              <a:ext cx="454297" cy="454297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437FB98-CE41-F950-5DAA-2B0A01A3DA99}"/>
              </a:ext>
            </a:extLst>
          </p:cNvPr>
          <p:cNvGrpSpPr/>
          <p:nvPr/>
        </p:nvGrpSpPr>
        <p:grpSpPr>
          <a:xfrm>
            <a:off x="2182339" y="1356357"/>
            <a:ext cx="365760" cy="365760"/>
            <a:chOff x="3954907" y="3038497"/>
            <a:chExt cx="365760" cy="365760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E9788FBE-B4D5-37EF-B437-8DC72E05F125}"/>
                </a:ext>
              </a:extLst>
            </p:cNvPr>
            <p:cNvSpPr/>
            <p:nvPr/>
          </p:nvSpPr>
          <p:spPr>
            <a:xfrm>
              <a:off x="3954907" y="3038497"/>
              <a:ext cx="365760" cy="36576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E9888C9E-EFBE-084C-8053-E8D838DFC1EA}"/>
                </a:ext>
              </a:extLst>
            </p:cNvPr>
            <p:cNvSpPr/>
            <p:nvPr/>
          </p:nvSpPr>
          <p:spPr>
            <a:xfrm flipH="1">
              <a:off x="4046348" y="3129937"/>
              <a:ext cx="182880" cy="18288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0854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15975B-54E9-D7BF-AEE8-8A3D3728A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1F78C381-00E3-8A88-5A20-335A65841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3025" y="2304566"/>
            <a:ext cx="365760" cy="36576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99667151-B90C-ED99-3783-16CF3EAA6DC3}"/>
              </a:ext>
            </a:extLst>
          </p:cNvPr>
          <p:cNvGrpSpPr/>
          <p:nvPr/>
        </p:nvGrpSpPr>
        <p:grpSpPr>
          <a:xfrm>
            <a:off x="697627" y="2311667"/>
            <a:ext cx="365760" cy="365760"/>
            <a:chOff x="3954907" y="3038497"/>
            <a:chExt cx="365760" cy="365760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0D8A649-F7D9-FD4B-A73F-DEA60F4EFADD}"/>
                </a:ext>
              </a:extLst>
            </p:cNvPr>
            <p:cNvSpPr/>
            <p:nvPr/>
          </p:nvSpPr>
          <p:spPr>
            <a:xfrm>
              <a:off x="3954907" y="3038497"/>
              <a:ext cx="365760" cy="36576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555221E-5D4D-C86C-DA71-6DC7D12DC402}"/>
                </a:ext>
              </a:extLst>
            </p:cNvPr>
            <p:cNvSpPr/>
            <p:nvPr/>
          </p:nvSpPr>
          <p:spPr>
            <a:xfrm flipH="1">
              <a:off x="4046348" y="3129937"/>
              <a:ext cx="182880" cy="18288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F9CF2D6-7AC0-0BE7-303C-A67BFEAD3AF4}"/>
              </a:ext>
            </a:extLst>
          </p:cNvPr>
          <p:cNvSpPr/>
          <p:nvPr/>
        </p:nvSpPr>
        <p:spPr>
          <a:xfrm>
            <a:off x="632799" y="2184211"/>
            <a:ext cx="4038604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A35793F-3438-1398-FA37-3AC6091CBE3C}"/>
              </a:ext>
            </a:extLst>
          </p:cNvPr>
          <p:cNvSpPr/>
          <p:nvPr/>
        </p:nvSpPr>
        <p:spPr>
          <a:xfrm>
            <a:off x="697627" y="2256310"/>
            <a:ext cx="3921158" cy="2772890"/>
          </a:xfrm>
          <a:prstGeom prst="roundRect">
            <a:avLst>
              <a:gd name="adj" fmla="val 9671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34877F-A6EF-7151-2118-50F9EBABCAB5}"/>
              </a:ext>
            </a:extLst>
          </p:cNvPr>
          <p:cNvSpPr/>
          <p:nvPr/>
        </p:nvSpPr>
        <p:spPr>
          <a:xfrm>
            <a:off x="1221992" y="2258846"/>
            <a:ext cx="2860216" cy="457200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44A43F-6F89-725D-E753-FDA99CDF1BE8}"/>
              </a:ext>
            </a:extLst>
          </p:cNvPr>
          <p:cNvSpPr txBox="1"/>
          <p:nvPr/>
        </p:nvSpPr>
        <p:spPr>
          <a:xfrm>
            <a:off x="799963" y="2311588"/>
            <a:ext cx="139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ui-sans-serif"/>
              </a:rPr>
              <a:t>Al-Fatihah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8A44BFC-AE4B-E52E-C56E-D9E892F7CC63}"/>
              </a:ext>
            </a:extLst>
          </p:cNvPr>
          <p:cNvSpPr/>
          <p:nvPr/>
        </p:nvSpPr>
        <p:spPr>
          <a:xfrm>
            <a:off x="4042595" y="2304566"/>
            <a:ext cx="414904" cy="37609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06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FECD6E-9792-6B6B-968E-43385447CFCE}"/>
              </a:ext>
            </a:extLst>
          </p:cNvPr>
          <p:cNvSpPr txBox="1"/>
          <p:nvPr/>
        </p:nvSpPr>
        <p:spPr>
          <a:xfrm>
            <a:off x="3121599" y="2304566"/>
            <a:ext cx="816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sz="2000" dirty="0">
                <a:solidFill>
                  <a:schemeClr val="accent6">
                    <a:lumMod val="75000"/>
                  </a:schemeClr>
                </a:solidFill>
                <a:latin typeface="Amiri"/>
              </a:rPr>
              <a:t>الفاتحة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3FE9C-FC27-9000-1111-C1A98E51C500}"/>
              </a:ext>
            </a:extLst>
          </p:cNvPr>
          <p:cNvSpPr txBox="1"/>
          <p:nvPr/>
        </p:nvSpPr>
        <p:spPr>
          <a:xfrm>
            <a:off x="4038603" y="5796171"/>
            <a:ext cx="4870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Verse Dropdown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3C3506-4ED7-F84B-13BD-26A8F4DFE27C}"/>
              </a:ext>
            </a:extLst>
          </p:cNvPr>
          <p:cNvSpPr/>
          <p:nvPr/>
        </p:nvSpPr>
        <p:spPr>
          <a:xfrm>
            <a:off x="0" y="1245111"/>
            <a:ext cx="12192001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667BDA-EB81-6176-68C2-E864A7E3E7AE}"/>
              </a:ext>
            </a:extLst>
          </p:cNvPr>
          <p:cNvSpPr txBox="1"/>
          <p:nvPr/>
        </p:nvSpPr>
        <p:spPr>
          <a:xfrm>
            <a:off x="552270" y="1360778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Al-Qur’an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1103ECE-69EC-5215-A493-CE1DE5AD1AA1}"/>
              </a:ext>
            </a:extLst>
          </p:cNvPr>
          <p:cNvSpPr/>
          <p:nvPr/>
        </p:nvSpPr>
        <p:spPr>
          <a:xfrm>
            <a:off x="2612573" y="1305180"/>
            <a:ext cx="6966856" cy="489467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D30D38-1053-66A8-DF9F-3FA6E02EC038}"/>
              </a:ext>
            </a:extLst>
          </p:cNvPr>
          <p:cNvSpPr txBox="1"/>
          <p:nvPr/>
        </p:nvSpPr>
        <p:spPr>
          <a:xfrm>
            <a:off x="2862945" y="1360779"/>
            <a:ext cx="139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ui-sans-serif"/>
              </a:rPr>
              <a:t>Al-Fatihah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003657-5BD6-2172-4E7E-65E4253B9D28}"/>
              </a:ext>
            </a:extLst>
          </p:cNvPr>
          <p:cNvSpPr txBox="1"/>
          <p:nvPr/>
        </p:nvSpPr>
        <p:spPr>
          <a:xfrm>
            <a:off x="5540829" y="1360781"/>
            <a:ext cx="816429" cy="46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sz="2401" dirty="0">
                <a:solidFill>
                  <a:schemeClr val="accent6">
                    <a:lumMod val="75000"/>
                  </a:schemeClr>
                </a:solidFill>
                <a:latin typeface="Amiri"/>
              </a:rPr>
              <a:t>الفاتحة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3" name="Graphic 22" descr="Single gear with solid fill">
            <a:extLst>
              <a:ext uri="{FF2B5EF4-FFF2-40B4-BE49-F238E27FC236}">
                <a16:creationId xmlns:a16="http://schemas.microsoft.com/office/drawing/2014/main" id="{4472DAB3-360F-EDFA-52EC-6FD582A3B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829" y="1299147"/>
            <a:ext cx="457200" cy="4572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55A1F81E-DCF6-805E-E40F-D5747D7C35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973" y="1318830"/>
            <a:ext cx="454297" cy="454297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26A4D3EB-FDDC-0B35-CC50-79C8F568AE68}"/>
              </a:ext>
            </a:extLst>
          </p:cNvPr>
          <p:cNvGrpSpPr/>
          <p:nvPr/>
        </p:nvGrpSpPr>
        <p:grpSpPr>
          <a:xfrm>
            <a:off x="2182339" y="1356357"/>
            <a:ext cx="365760" cy="365760"/>
            <a:chOff x="3954907" y="3038497"/>
            <a:chExt cx="365760" cy="365760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59540FF2-D55D-02A4-4364-0F6A3F76340E}"/>
                </a:ext>
              </a:extLst>
            </p:cNvPr>
            <p:cNvSpPr/>
            <p:nvPr/>
          </p:nvSpPr>
          <p:spPr>
            <a:xfrm>
              <a:off x="3954907" y="3038497"/>
              <a:ext cx="365760" cy="36576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9D77A526-662D-807A-08DC-2E62C2A2EE8D}"/>
                </a:ext>
              </a:extLst>
            </p:cNvPr>
            <p:cNvSpPr/>
            <p:nvPr/>
          </p:nvSpPr>
          <p:spPr>
            <a:xfrm flipH="1">
              <a:off x="4046348" y="3129937"/>
              <a:ext cx="182880" cy="18288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A560D85-3DFC-C477-01DE-EABE2160DBE5}"/>
              </a:ext>
            </a:extLst>
          </p:cNvPr>
          <p:cNvSpPr/>
          <p:nvPr/>
        </p:nvSpPr>
        <p:spPr>
          <a:xfrm>
            <a:off x="910143" y="2855192"/>
            <a:ext cx="414904" cy="376098"/>
          </a:xfrm>
          <a:prstGeom prst="roundRect">
            <a:avLst>
              <a:gd name="adj" fmla="val 1883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1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8EA1CED-7FE3-0D65-1B3A-A9CF9ACC4FD6}"/>
              </a:ext>
            </a:extLst>
          </p:cNvPr>
          <p:cNvSpPr/>
          <p:nvPr/>
        </p:nvSpPr>
        <p:spPr>
          <a:xfrm>
            <a:off x="1475119" y="2865910"/>
            <a:ext cx="414904" cy="376098"/>
          </a:xfrm>
          <a:prstGeom prst="roundRect">
            <a:avLst>
              <a:gd name="adj" fmla="val 1883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2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358A9C2-A83D-F290-8969-97D8FE5B13B8}"/>
              </a:ext>
            </a:extLst>
          </p:cNvPr>
          <p:cNvSpPr/>
          <p:nvPr/>
        </p:nvSpPr>
        <p:spPr>
          <a:xfrm>
            <a:off x="2081613" y="2855192"/>
            <a:ext cx="414904" cy="376098"/>
          </a:xfrm>
          <a:prstGeom prst="roundRect">
            <a:avLst>
              <a:gd name="adj" fmla="val 1883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3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B62C396-3628-6109-435E-A9E3A43DC5D3}"/>
              </a:ext>
            </a:extLst>
          </p:cNvPr>
          <p:cNvSpPr/>
          <p:nvPr/>
        </p:nvSpPr>
        <p:spPr>
          <a:xfrm>
            <a:off x="2727865" y="2865910"/>
            <a:ext cx="414904" cy="376098"/>
          </a:xfrm>
          <a:prstGeom prst="roundRect">
            <a:avLst>
              <a:gd name="adj" fmla="val 1883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4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E634A05-97CF-DE47-9AFB-A68755B8656F}"/>
              </a:ext>
            </a:extLst>
          </p:cNvPr>
          <p:cNvSpPr/>
          <p:nvPr/>
        </p:nvSpPr>
        <p:spPr>
          <a:xfrm>
            <a:off x="3338948" y="2865910"/>
            <a:ext cx="414904" cy="376098"/>
          </a:xfrm>
          <a:prstGeom prst="roundRect">
            <a:avLst>
              <a:gd name="adj" fmla="val 1883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5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B468A71-D413-C8C6-1B50-1AB43574365B}"/>
              </a:ext>
            </a:extLst>
          </p:cNvPr>
          <p:cNvSpPr/>
          <p:nvPr/>
        </p:nvSpPr>
        <p:spPr>
          <a:xfrm>
            <a:off x="3948964" y="2855192"/>
            <a:ext cx="414904" cy="376098"/>
          </a:xfrm>
          <a:prstGeom prst="roundRect">
            <a:avLst>
              <a:gd name="adj" fmla="val 1883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6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8620A75-9EE2-C7C9-5A02-2B290A9B8E28}"/>
              </a:ext>
            </a:extLst>
          </p:cNvPr>
          <p:cNvSpPr/>
          <p:nvPr/>
        </p:nvSpPr>
        <p:spPr>
          <a:xfrm>
            <a:off x="928675" y="3388333"/>
            <a:ext cx="414904" cy="376098"/>
          </a:xfrm>
          <a:prstGeom prst="roundRect">
            <a:avLst>
              <a:gd name="adj" fmla="val 1883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882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454C21D-90CD-444A-2281-DCBAC8A0F4FD}"/>
              </a:ext>
            </a:extLst>
          </p:cNvPr>
          <p:cNvSpPr/>
          <p:nvPr/>
        </p:nvSpPr>
        <p:spPr>
          <a:xfrm>
            <a:off x="2046514" y="2265180"/>
            <a:ext cx="3541486" cy="390434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B34B20-9D2C-B6F5-A79E-E210755F9136}"/>
              </a:ext>
            </a:extLst>
          </p:cNvPr>
          <p:cNvSpPr txBox="1"/>
          <p:nvPr/>
        </p:nvSpPr>
        <p:spPr>
          <a:xfrm>
            <a:off x="4209142" y="250217"/>
            <a:ext cx="354148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ysClr val="windowText" lastClr="000000"/>
                </a:solidFill>
              </a:rPr>
              <a:t>Mouse Pointer</a:t>
            </a:r>
            <a:br>
              <a:rPr lang="en-US" sz="4000" dirty="0">
                <a:solidFill>
                  <a:sysClr val="windowText" lastClr="000000"/>
                </a:solidFill>
              </a:rPr>
            </a:br>
            <a:r>
              <a:rPr lang="en-US" sz="2000" dirty="0">
                <a:solidFill>
                  <a:sysClr val="windowText" lastClr="000000"/>
                </a:solidFill>
              </a:rPr>
              <a:t>-transparent</a:t>
            </a:r>
            <a:br>
              <a:rPr lang="en-US" sz="2000" dirty="0">
                <a:solidFill>
                  <a:sysClr val="windowText" lastClr="000000"/>
                </a:solidFill>
              </a:rPr>
            </a:br>
            <a:endParaRPr lang="en-US" sz="4000" dirty="0">
              <a:solidFill>
                <a:sysClr val="windowText" lastClr="00000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01C9A54-1F32-6A5A-163A-69946D034A0E}"/>
              </a:ext>
            </a:extLst>
          </p:cNvPr>
          <p:cNvSpPr/>
          <p:nvPr/>
        </p:nvSpPr>
        <p:spPr>
          <a:xfrm>
            <a:off x="6371771" y="2189209"/>
            <a:ext cx="3541486" cy="390434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93A6B16-9CBF-441F-D1D3-239207CF3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9182" y="2501042"/>
            <a:ext cx="2228850" cy="27432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5C608A3-F58C-445A-8C33-44B1F4374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7738" y="2501042"/>
            <a:ext cx="222885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54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6176</TotalTime>
  <Words>271</Words>
  <Application>Microsoft Macintosh PowerPoint</Application>
  <PresentationFormat>Widescreen</PresentationFormat>
  <Paragraphs>155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Amiri</vt:lpstr>
      <vt:lpstr>Figtree</vt:lpstr>
      <vt:lpstr>ui-sans-serif</vt:lpstr>
      <vt:lpstr>Arial</vt:lpstr>
      <vt:lpstr>Calibri</vt:lpstr>
      <vt:lpstr>Calibri Light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JAKIR HUSSAIN</dc:creator>
  <cp:lastModifiedBy>JAKIR HUSSAIN</cp:lastModifiedBy>
  <cp:revision>20</cp:revision>
  <dcterms:created xsi:type="dcterms:W3CDTF">2025-11-20T07:31:52Z</dcterms:created>
  <dcterms:modified xsi:type="dcterms:W3CDTF">2025-11-27T06:17:17Z</dcterms:modified>
</cp:coreProperties>
</file>